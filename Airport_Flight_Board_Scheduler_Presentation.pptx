
<file path=[Content_Types].xml><?xml version="1.0" encoding="utf-8"?>
<Types xmlns="http://schemas.openxmlformats.org/package/2006/content-types">
  <Default Extension="jpg"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61" r:id="rId4"/>
    <p:sldId id="258" r:id="rId5"/>
    <p:sldId id="259" r:id="rId6"/>
    <p:sldId id="260" r:id="rId8"/>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80BE3C-B0B0-4CFB-816B-712D973A64E0}" v="3" dt="2026-09-15T10:05:24.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86"/>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SP MADHURI" userId="d5baabbced009fe2" providerId="LiveId" clId="{5C1935DC-7BAA-4BFD-8AE9-FAF66D151093}"/>
    <pc:docChg chg="undo custSel addSld modSld sldOrd">
      <pc:chgData name="TSP MADHURI" userId="d5baabbced009fe2" providerId="LiveId" clId="{5C1935DC-7BAA-4BFD-8AE9-FAF66D151093}" dt="2026-09-15T10:01:58.231" v="188" actId="22"/>
      <pc:docMkLst>
        <pc:docMk/>
      </pc:docMkLst>
      <pc:sldChg chg="addSp delSp modSp mod">
        <pc:chgData name="TSP MADHURI" userId="d5baabbced009fe2" providerId="LiveId" clId="{5C1935DC-7BAA-4BFD-8AE9-FAF66D151093}" dt="2026-09-15T10:01:58.231" v="188" actId="22"/>
        <pc:sldMkLst>
          <pc:docMk/>
          <pc:sldMk cId="1570750093" sldId="256"/>
        </pc:sldMkLst>
        <pc:spChg chg="mod">
          <ac:chgData name="TSP MADHURI" userId="d5baabbced009fe2" providerId="LiveId" clId="{5C1935DC-7BAA-4BFD-8AE9-FAF66D151093}" dt="2026-09-15T09:58:58.254" v="62" actId="20577"/>
          <ac:spMkLst>
            <pc:docMk/>
            <pc:sldMk cId="1570750093" sldId="256"/>
            <ac:spMk id="2" creationId="{81C0CCFF-527E-4AC9-A45F-A8196F49E0C3}"/>
          </ac:spMkLst>
        </pc:spChg>
        <pc:spChg chg="mod">
          <ac:chgData name="TSP MADHURI" userId="d5baabbced009fe2" providerId="LiveId" clId="{5C1935DC-7BAA-4BFD-8AE9-FAF66D151093}" dt="2026-09-15T09:59:08.667" v="65"/>
          <ac:spMkLst>
            <pc:docMk/>
            <pc:sldMk cId="1570750093" sldId="256"/>
            <ac:spMk id="3" creationId="{A452AC95-AA7D-A76A-037F-6B2DB5A27E48}"/>
          </ac:spMkLst>
        </pc:spChg>
        <pc:spChg chg="add del">
          <ac:chgData name="TSP MADHURI" userId="d5baabbced009fe2" providerId="LiveId" clId="{5C1935DC-7BAA-4BFD-8AE9-FAF66D151093}" dt="2026-09-15T09:58:23.995" v="1" actId="22"/>
          <ac:spMkLst>
            <pc:docMk/>
            <pc:sldMk cId="1570750093" sldId="256"/>
            <ac:spMk id="5" creationId="{16E58A68-9A46-73D5-6ACA-6EBDA713DE38}"/>
          </ac:spMkLst>
        </pc:spChg>
        <pc:spChg chg="add del mod">
          <ac:chgData name="TSP MADHURI" userId="d5baabbced009fe2" providerId="LiveId" clId="{5C1935DC-7BAA-4BFD-8AE9-FAF66D151093}" dt="2026-09-15T10:01:58.231" v="188" actId="22"/>
          <ac:spMkLst>
            <pc:docMk/>
            <pc:sldMk cId="1570750093" sldId="256"/>
            <ac:spMk id="7" creationId="{195ACB3F-808A-0A7A-B8BD-A70C42ECC1E5}"/>
          </ac:spMkLst>
        </pc:spChg>
      </pc:sldChg>
      <pc:sldChg chg="modSp new mod">
        <pc:chgData name="TSP MADHURI" userId="d5baabbced009fe2" providerId="LiveId" clId="{5C1935DC-7BAA-4BFD-8AE9-FAF66D151093}" dt="2026-09-15T09:59:16.247" v="74" actId="20577"/>
        <pc:sldMkLst>
          <pc:docMk/>
          <pc:sldMk cId="676338040" sldId="257"/>
        </pc:sldMkLst>
        <pc:spChg chg="mod">
          <ac:chgData name="TSP MADHURI" userId="d5baabbced009fe2" providerId="LiveId" clId="{5C1935DC-7BAA-4BFD-8AE9-FAF66D151093}" dt="2026-09-15T09:59:16.247" v="74" actId="20577"/>
          <ac:spMkLst>
            <pc:docMk/>
            <pc:sldMk cId="676338040" sldId="257"/>
            <ac:spMk id="2" creationId="{EDE71AF3-F02C-0F4C-0929-57F8B753540D}"/>
          </ac:spMkLst>
        </pc:spChg>
      </pc:sldChg>
      <pc:sldChg chg="modSp new mod">
        <pc:chgData name="TSP MADHURI" userId="d5baabbced009fe2" providerId="LiveId" clId="{5C1935DC-7BAA-4BFD-8AE9-FAF66D151093}" dt="2026-09-15T09:59:25.529" v="86" actId="20577"/>
        <pc:sldMkLst>
          <pc:docMk/>
          <pc:sldMk cId="4104242747" sldId="258"/>
        </pc:sldMkLst>
        <pc:spChg chg="mod">
          <ac:chgData name="TSP MADHURI" userId="d5baabbced009fe2" providerId="LiveId" clId="{5C1935DC-7BAA-4BFD-8AE9-FAF66D151093}" dt="2026-09-15T09:59:25.529" v="86" actId="20577"/>
          <ac:spMkLst>
            <pc:docMk/>
            <pc:sldMk cId="4104242747" sldId="258"/>
            <ac:spMk id="2" creationId="{8E154CC5-4FD5-611A-4481-E878E281E2CD}"/>
          </ac:spMkLst>
        </pc:spChg>
      </pc:sldChg>
      <pc:sldChg chg="modSp new mod">
        <pc:chgData name="TSP MADHURI" userId="d5baabbced009fe2" providerId="LiveId" clId="{5C1935DC-7BAA-4BFD-8AE9-FAF66D151093}" dt="2026-09-15T09:59:36.234" v="101" actId="20577"/>
        <pc:sldMkLst>
          <pc:docMk/>
          <pc:sldMk cId="4178111765" sldId="259"/>
        </pc:sldMkLst>
        <pc:spChg chg="mod">
          <ac:chgData name="TSP MADHURI" userId="d5baabbced009fe2" providerId="LiveId" clId="{5C1935DC-7BAA-4BFD-8AE9-FAF66D151093}" dt="2026-09-15T09:59:36.234" v="101" actId="20577"/>
          <ac:spMkLst>
            <pc:docMk/>
            <pc:sldMk cId="4178111765" sldId="259"/>
            <ac:spMk id="2" creationId="{3954FDF4-A21D-11D6-CA7A-382058E2F499}"/>
          </ac:spMkLst>
        </pc:spChg>
      </pc:sldChg>
      <pc:sldChg chg="modSp new mod">
        <pc:chgData name="TSP MADHURI" userId="d5baabbced009fe2" providerId="LiveId" clId="{5C1935DC-7BAA-4BFD-8AE9-FAF66D151093}" dt="2026-09-15T09:59:46.562" v="113" actId="20577"/>
        <pc:sldMkLst>
          <pc:docMk/>
          <pc:sldMk cId="1869875426" sldId="260"/>
        </pc:sldMkLst>
        <pc:spChg chg="mod">
          <ac:chgData name="TSP MADHURI" userId="d5baabbced009fe2" providerId="LiveId" clId="{5C1935DC-7BAA-4BFD-8AE9-FAF66D151093}" dt="2026-09-15T09:59:46.562" v="113" actId="20577"/>
          <ac:spMkLst>
            <pc:docMk/>
            <pc:sldMk cId="1869875426" sldId="260"/>
            <ac:spMk id="2" creationId="{C73BDDFB-DFEC-7A21-D889-17965A225820}"/>
          </ac:spMkLst>
        </pc:spChg>
      </pc:sldChg>
      <pc:sldChg chg="modSp new mod ord">
        <pc:chgData name="TSP MADHURI" userId="d5baabbced009fe2" providerId="LiveId" clId="{5C1935DC-7BAA-4BFD-8AE9-FAF66D151093}" dt="2026-09-15T10:00:14.865" v="149"/>
        <pc:sldMkLst>
          <pc:docMk/>
          <pc:sldMk cId="3980090555" sldId="261"/>
        </pc:sldMkLst>
        <pc:spChg chg="mod">
          <ac:chgData name="TSP MADHURI" userId="d5baabbced009fe2" providerId="LiveId" clId="{5C1935DC-7BAA-4BFD-8AE9-FAF66D151093}" dt="2026-09-15T10:00:08.859" v="147" actId="20577"/>
          <ac:spMkLst>
            <pc:docMk/>
            <pc:sldMk cId="3980090555" sldId="261"/>
            <ac:spMk id="2" creationId="{54D4AC2B-1702-695F-E0B5-9F6550F04B7D}"/>
          </ac:spMkLst>
        </pc:spChg>
      </pc:sldChg>
      <pc:sldChg chg="modSp new mod">
        <pc:chgData name="TSP MADHURI" userId="d5baabbced009fe2" providerId="LiveId" clId="{5C1935DC-7BAA-4BFD-8AE9-FAF66D151093}" dt="2026-09-15T10:00:56.631" v="184" actId="20577"/>
        <pc:sldMkLst>
          <pc:docMk/>
          <pc:sldMk cId="1396777043" sldId="262"/>
        </pc:sldMkLst>
        <pc:spChg chg="mod">
          <ac:chgData name="TSP MADHURI" userId="d5baabbced009fe2" providerId="LiveId" clId="{5C1935DC-7BAA-4BFD-8AE9-FAF66D151093}" dt="2026-09-15T10:00:56.631" v="184" actId="20577"/>
          <ac:spMkLst>
            <pc:docMk/>
            <pc:sldMk cId="1396777043" sldId="262"/>
            <ac:spMk id="2" creationId="{BDCEF2EB-DC8E-A39F-8C45-4CB8185479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21-09-2026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21-09-2026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21-09-2026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21-09-2026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21-09-2026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21-09-2026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21-09-2026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21-09-2026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21-09-2026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21-09-2026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21-09-2026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21-09-2026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21-09-2026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geotag.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p:txBody>
          <a:bodyPr/>
          <a:lstStyle/>
          <a:p>
            <a:r>
              <a:rPr lang="en-IN" dirty="0"/>
              <a:t>Airport Flight Board &amp; Scheduler</a:t>
            </a:r>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p:txBody>
          <a:bodyPr/>
          <a:lstStyle/>
          <a:p>
            <a:r>
              <a:rPr lang="en-IN" dirty="0"/>
              <a:t>Dheeraj Jasti	2620030644</a:t>
            </a:r>
          </a:p>
          <a:p>
            <a:r>
              <a:rPr lang="en-IN" dirty="0"/>
              <a:t>Shashank Varma	2620030229</a:t>
            </a:r>
          </a:p>
          <a:p>
            <a:endParaRPr lang="en-IN" dirty="0"/>
          </a:p>
        </p:txBody>
      </p:sp>
      <p:sp>
        <p:nvSpPr>
          <p:cNvPr id="8" name="Date Placeholder 7">
            <a:extLst>
              <a:ext uri="{FF2B5EF4-FFF2-40B4-BE49-F238E27FC236}">
                <a16:creationId xmlns:a16="http://schemas.microsoft.com/office/drawing/2014/main" id="{EFCDBBB2-97B1-B1CE-72F7-62625B779167}"/>
              </a:ext>
            </a:extLst>
          </p:cNvPr>
          <p:cNvSpPr>
            <a:spLocks noGrp="1"/>
          </p:cNvSpPr>
          <p:nvPr>
            <p:ph type="dt" sz="half" idx="10"/>
          </p:nvPr>
        </p:nvSpPr>
        <p:spPr/>
        <p:txBody>
          <a:bodyPr/>
          <a:lstStyle/>
          <a:p>
            <a:fld id="{F2B7D318-FBF5-482E-BB10-69D54EA53D7B}" type="datetime1">
              <a:rPr lang="en-IN" smtClean="0"/>
              <a:t>21-09-2026</a:t>
            </a:fld>
            <a:endParaRPr lang="en-IN"/>
          </a:p>
        </p:txBody>
      </p:sp>
      <p:sp>
        <p:nvSpPr>
          <p:cNvPr id="9" name="Slide Number Placeholder 8">
            <a:extLst>
              <a:ext uri="{FF2B5EF4-FFF2-40B4-BE49-F238E27FC236}">
                <a16:creationId xmlns:a16="http://schemas.microsoft.com/office/drawing/2014/main" id="{147EDCEF-417A-3750-BB67-C2592E7FAAA6}"/>
              </a:ext>
            </a:extLst>
          </p:cNvPr>
          <p:cNvSpPr>
            <a:spLocks noGrp="1"/>
          </p:cNvSpPr>
          <p:nvPr>
            <p:ph type="sldNum" sz="quarter" idx="12"/>
          </p:nvPr>
        </p:nvSpPr>
        <p:spPr/>
        <p:txBody>
          <a:bodyPr/>
          <a:lstStyle/>
          <a:p>
            <a:fld id="{CB012AB6-14AF-4351-87AD-D420B05274E1}" type="slidenum">
              <a:rPr lang="en-IN" smtClean="0"/>
              <a:t>1</a:t>
            </a:fld>
            <a:endParaRPr lang="en-IN"/>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D4712F73-2B13-AB30-C0D8-CBA5CE269654}"/>
              </a:ext>
            </a:extLst>
          </p:cNvPr>
          <p:cNvSpPr>
            <a:spLocks noGrp="1"/>
          </p:cNvSpPr>
          <p:nvPr>
            <p:ph idx="1"/>
          </p:nvPr>
        </p:nvSpPr>
        <p:spPr/>
        <p:txBody>
          <a:bodyPr>
            <a:normAutofit/>
          </a:bodyPr>
          <a:lstStyle/>
          <a:p>
            <a:pPr marL="0" indent="0">
              <a:lnSpc>
                <a:spcPct val="105000"/>
              </a:lnSpc>
              <a:spcAft>
                <a:spcPts val="800"/>
              </a:spcAft>
              <a:buNone/>
            </a:pPr>
            <a:r>
              <a:rPr lang="en-US" sz="1400" dirty="0"/>
              <a:t>The Airport Flight Board &amp; Scheduler is basically a system for automating how an airport keeps track of flight info, gate assignments, and scheduling. A lot of airports still do this stuff manually with fixed displays, and honestly that's slow and prone to mistakes — it's hard to keep everything synced once things start changing last minute. So instead, this project puts everything in one centralized place where flight records can be managed and real-time status can actually be shown properly.</a:t>
            </a:r>
          </a:p>
          <a:p>
            <a:pPr marL="0" indent="0">
              <a:lnSpc>
                <a:spcPct val="105000"/>
              </a:lnSpc>
              <a:spcAft>
                <a:spcPts val="800"/>
              </a:spcAft>
              <a:buNone/>
            </a:pPr>
            <a:r>
              <a:rPr lang="en-US" sz="1400" dirty="0"/>
              <a:t>Admins can add, update, search, and remove flight records — stuff like flight number, airline, source, destination, scheduled time, gate number, and status all gets tracked for each one. The system also handles gate scheduling, so if two flights somehow end up assigned overlapping gate times, it'll flag that as a conflict instead of letting it slide. On the user side it's simpler: search for a flight, or just look at the board, which keeps updating on its own with arrivals, departures, and delays.</a:t>
            </a:r>
          </a:p>
          <a:p>
            <a:pPr marL="0" indent="0">
              <a:lnSpc>
                <a:spcPct val="105000"/>
              </a:lnSpc>
              <a:spcAft>
                <a:spcPts val="800"/>
              </a:spcAft>
              <a:buNone/>
            </a:pPr>
            <a:r>
              <a:rPr lang="en-US" sz="1400" dirty="0"/>
              <a:t>Since most of this is automated, there's less room for manual error, it saves time, and the flight info just ends up more accurate overall. It's also just easier to track schedules and pull reports whenever they're actually needed, instead of digging through paperwork. This could be built as a console app or a full GUI — either works — and down the line it could be extended with stuff like automatic delay notifications, real-time refresh, or role-based access so different staff see different things. At the end of the day, this is really just about making airport flight operations a bit simpler and more reliable to manage.</a:t>
            </a:r>
          </a:p>
        </p:txBody>
      </p:sp>
      <p:sp>
        <p:nvSpPr>
          <p:cNvPr id="4" name="Date Placeholder 3">
            <a:extLst>
              <a:ext uri="{FF2B5EF4-FFF2-40B4-BE49-F238E27FC236}">
                <a16:creationId xmlns:a16="http://schemas.microsoft.com/office/drawing/2014/main" id="{6F8055FA-8EC1-0FDC-21CB-845F9016C706}"/>
              </a:ext>
            </a:extLst>
          </p:cNvPr>
          <p:cNvSpPr>
            <a:spLocks noGrp="1"/>
          </p:cNvSpPr>
          <p:nvPr>
            <p:ph type="dt" sz="half" idx="10"/>
          </p:nvPr>
        </p:nvSpPr>
        <p:spPr/>
        <p:txBody>
          <a:bodyPr/>
          <a:lstStyle/>
          <a:p>
            <a:fld id="{91D819AD-E7C0-4450-A29A-C3AB3AFFF6BF}" type="datetime1">
              <a:rPr lang="en-IN" smtClean="0"/>
              <a:t>21-09-2026</a:t>
            </a:fld>
            <a:endParaRPr lang="en-IN"/>
          </a:p>
        </p:txBody>
      </p:sp>
      <p:sp>
        <p:nvSpPr>
          <p:cNvPr id="5" name="Slide Number Placeholder 4">
            <a:extLst>
              <a:ext uri="{FF2B5EF4-FFF2-40B4-BE49-F238E27FC236}">
                <a16:creationId xmlns:a16="http://schemas.microsoft.com/office/drawing/2014/main" id="{229CFF38-D9B5-1B3E-0EC5-08CA2C2137B8}"/>
              </a:ext>
            </a:extLst>
          </p:cNvPr>
          <p:cNvSpPr>
            <a:spLocks noGrp="1"/>
          </p:cNvSpPr>
          <p:nvPr>
            <p:ph type="sldNum" sz="quarter" idx="12"/>
          </p:nvPr>
        </p:nvSpPr>
        <p:spPr/>
        <p:txBody>
          <a:bodyPr/>
          <a:lstStyle/>
          <a:p>
            <a:fld id="{CB012AB6-14AF-4351-87AD-D420B05274E1}" type="slidenum">
              <a:rPr lang="en-IN" smtClean="0"/>
              <a:t>2</a:t>
            </a:fld>
            <a:endParaRPr lang="en-IN"/>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p:txBody>
          <a:bodyPr/>
          <a:lstStyle/>
          <a:p>
            <a:r>
              <a:rPr lang="en-IN" dirty="0"/>
              <a:t>Understanding Problem Statement</a:t>
            </a:r>
          </a:p>
        </p:txBody>
      </p:sp>
      <p:sp>
        <p:nvSpPr>
          <p:cNvPr id="3" name="Content Placeholder 2">
            <a:extLst>
              <a:ext uri="{FF2B5EF4-FFF2-40B4-BE49-F238E27FC236}">
                <a16:creationId xmlns:a16="http://schemas.microsoft.com/office/drawing/2014/main" id="{B7ACF377-DEED-0D67-3271-7CBBBC860DA8}"/>
              </a:ext>
            </a:extLst>
          </p:cNvPr>
          <p:cNvSpPr>
            <a:spLocks noGrp="1"/>
          </p:cNvSpPr>
          <p:nvPr>
            <p:ph idx="1"/>
          </p:nvPr>
        </p:nvSpPr>
        <p:spPr/>
        <p:txBody>
          <a:bodyPr>
            <a:normAutofit/>
          </a:bodyPr>
          <a:lstStyle/>
          <a:p>
            <a:r>
              <a:rPr lang="en-US" sz="1900" dirty="0"/>
              <a:t>Most airports still track flights, gates, and schedules manually on fixed physical displays.</a:t>
            </a:r>
          </a:p>
          <a:p>
            <a:r>
              <a:rPr lang="en-US" sz="1900" dirty="0"/>
              <a:t>Manual updates are slow and cannot keep pace with last-minute changes such as delays or gate swaps.</a:t>
            </a:r>
          </a:p>
          <a:p>
            <a:r>
              <a:rPr lang="en-US" sz="1900" dirty="0"/>
              <a:t>There is no automatic check for gate-time conflicts, so two flights can end up assigned overlapping slots.</a:t>
            </a:r>
          </a:p>
          <a:p>
            <a:r>
              <a:rPr lang="en-US" sz="1900" dirty="0"/>
              <a:t>Searching for a specific flight or generating a schedule report means digging through paperwork or disconnected records.</a:t>
            </a:r>
          </a:p>
          <a:p>
            <a:r>
              <a:rPr lang="en-US" sz="1900" dirty="0"/>
              <a:t>Information shown to passengers and staff can fall out of sync across different displays and desks.</a:t>
            </a:r>
          </a:p>
          <a:p>
            <a:r>
              <a:rPr lang="en-US" sz="1900" dirty="0"/>
              <a:t>Goal: build a single, centralized system that manages flight records, detects gate conflicts automatically, and shows a live, self-updating flight board.</a:t>
            </a:r>
          </a:p>
        </p:txBody>
      </p:sp>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t>21-09-2026</a:t>
            </a:fld>
            <a:endParaRPr lang="en-IN"/>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fld id="{CB012AB6-14AF-4351-87AD-D420B05274E1}" type="slidenum">
              <a:rPr lang="en-IN" smtClean="0"/>
              <a:t>3</a:t>
            </a:fld>
            <a:endParaRPr lang="en-IN"/>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p:txBody>
          <a:bodyPr/>
          <a:lstStyle/>
          <a:p>
            <a:r>
              <a:rPr lang="en-IN" dirty="0"/>
              <a:t>CO1 Topics: Variables &amp; Data Types</a:t>
            </a:r>
          </a:p>
        </p:txBody>
      </p:sp>
      <p:sp>
        <p:nvSpPr>
          <p:cNvPr id="3" name="Content Placeholder 2">
            <a:extLst>
              <a:ext uri="{FF2B5EF4-FFF2-40B4-BE49-F238E27FC236}">
                <a16:creationId xmlns:a16="http://schemas.microsoft.com/office/drawing/2014/main" id="{9AFB5369-B8D0-CB2C-61B6-348BDF6E4004}"/>
              </a:ext>
            </a:extLst>
          </p:cNvPr>
          <p:cNvSpPr>
            <a:spLocks noGrp="1"/>
          </p:cNvSpPr>
          <p:nvPr>
            <p:ph idx="1"/>
          </p:nvPr>
        </p:nvSpPr>
        <p:spPr>
          <a:xfrm>
            <a:off x="838200" y="1825625"/>
            <a:ext cx="10515600" cy="4351338"/>
          </a:xfrm>
          <a:prstGeom prst="roundRect">
            <a:avLst>
              <a:gd name="adj" fmla="val 3000"/>
            </a:avLst>
          </a:prstGeom>
          <a:solidFill>
            <a:srgbClr val="F3F6FB"/>
          </a:solidFill>
          <a:ln w="9525">
            <a:solidFill>
              <a:srgbClr val="C9D6E8"/>
            </a:solidFill>
          </a:ln>
        </p:spPr>
        <p:txBody>
          <a:bodyPr wrap="none" lIns="182880" tIns="91440" rIns="182880" bIns="91440" anchor="t">
            <a:noAutofit/>
          </a:bodyPr>
          <a:lstStyle/>
          <a:p>
            <a:pPr marL="342900" indent="-342900">
              <a:lnSpc>
                <a:spcPct val="100000"/>
              </a:lnSpc>
              <a:spcBef>
                <a:spcPts val="0"/>
              </a:spcBef>
              <a:spcAft>
                <a:spcPts val="1000"/>
              </a:spcAft>
              <a:buFont typeface="Arial"/>
              <a:buChar char="•"/>
            </a:pPr>
            <a:r>
              <a:rPr lang="en-US" sz="2400" dirty="0">
                <a:solidFill>
                  <a:srgbClr val="1E2761"/>
                </a:solidFill>
              </a:rPr>
              <a:t>Variables</a:t>
            </a:r>
          </a:p>
          <a:p>
            <a:pPr marL="342900" indent="-342900">
              <a:lnSpc>
                <a:spcPct val="100000"/>
              </a:lnSpc>
              <a:spcBef>
                <a:spcPts val="0"/>
              </a:spcBef>
              <a:spcAft>
                <a:spcPts val="1000"/>
              </a:spcAft>
              <a:buFont typeface="Arial"/>
              <a:buChar char="•"/>
            </a:pPr>
            <a:r>
              <a:rPr lang="en-US" sz="2400" dirty="0">
                <a:solidFill>
                  <a:srgbClr val="1E2761"/>
                </a:solidFill>
              </a:rPr>
              <a:t>Data Types</a:t>
            </a:r>
          </a:p>
          <a:p>
            <a:pPr marL="342900" indent="-342900">
              <a:lnSpc>
                <a:spcPct val="100000"/>
              </a:lnSpc>
              <a:spcBef>
                <a:spcPts val="0"/>
              </a:spcBef>
              <a:spcAft>
                <a:spcPts val="1000"/>
              </a:spcAft>
              <a:buFont typeface="Arial"/>
              <a:buChar char="•"/>
            </a:pPr>
            <a:r>
              <a:rPr lang="en-US" sz="2400" dirty="0">
                <a:solidFill>
                  <a:srgbClr val="1E2761"/>
                </a:solidFill>
              </a:rPr>
              <a:t>Constants</a:t>
            </a:r>
          </a:p>
          <a:p>
            <a:pPr marL="342900" indent="-342900">
              <a:lnSpc>
                <a:spcPct val="100000"/>
              </a:lnSpc>
              <a:spcBef>
                <a:spcPts val="0"/>
              </a:spcBef>
              <a:spcAft>
                <a:spcPts val="1000"/>
              </a:spcAft>
              <a:buFont typeface="Arial"/>
              <a:buChar char="•"/>
            </a:pPr>
            <a:r>
              <a:rPr lang="en-US" sz="2400" dirty="0">
                <a:solidFill>
                  <a:srgbClr val="1E2761"/>
                </a:solidFill>
              </a:rPr>
              <a:t>Literals</a:t>
            </a:r>
          </a:p>
          <a:p>
            <a:pPr marL="342900" indent="-342900">
              <a:lnSpc>
                <a:spcPct val="100000"/>
              </a:lnSpc>
              <a:spcBef>
                <a:spcPts val="0"/>
              </a:spcBef>
              <a:spcAft>
                <a:spcPts val="1000"/>
              </a:spcAft>
              <a:buFont typeface="Arial"/>
              <a:buChar char="•"/>
            </a:pPr>
            <a:r>
              <a:rPr lang="en-US" sz="2400" dirty="0">
                <a:solidFill>
                  <a:srgbClr val="1E2761"/>
                </a:solidFill>
              </a:rPr>
              <a:t>Operators</a:t>
            </a:r>
          </a:p>
          <a:p>
            <a:pPr marL="342900" indent="-342900">
              <a:lnSpc>
                <a:spcPct val="100000"/>
              </a:lnSpc>
              <a:spcBef>
                <a:spcPts val="0"/>
              </a:spcBef>
              <a:spcAft>
                <a:spcPts val="1000"/>
              </a:spcAft>
              <a:buFont typeface="Arial"/>
              <a:buChar char="•"/>
            </a:pPr>
            <a:r>
              <a:rPr lang="en-US" sz="2400" dirty="0">
                <a:solidFill>
                  <a:srgbClr val="1E2761"/>
                </a:solidFill>
              </a:rPr>
              <a:t>Typecasting</a:t>
            </a:r>
          </a:p>
        </p:txBody>
      </p:sp>
      <p:sp>
        <p:nvSpPr>
          <p:cNvPr id="4" name="Date Placeholder 3">
            <a:extLst>
              <a:ext uri="{FF2B5EF4-FFF2-40B4-BE49-F238E27FC236}">
                <a16:creationId xmlns:a16="http://schemas.microsoft.com/office/drawing/2014/main" id="{DC07C684-562B-9D58-E086-68CEC325CB0E}"/>
              </a:ext>
            </a:extLst>
          </p:cNvPr>
          <p:cNvSpPr>
            <a:spLocks noGrp="1"/>
          </p:cNvSpPr>
          <p:nvPr>
            <p:ph type="dt" sz="half" idx="10"/>
          </p:nvPr>
        </p:nvSpPr>
        <p:spPr/>
        <p:txBody>
          <a:bodyPr/>
          <a:lstStyle/>
          <a:p>
            <a:fld id="{98A7212C-F907-4AC4-966E-162B34E8EFA5}" type="datetime1">
              <a:rPr lang="en-IN" smtClean="0"/>
              <a:t>21-09-2026</a:t>
            </a:fld>
            <a:endParaRPr lang="en-IN"/>
          </a:p>
        </p:txBody>
      </p:sp>
      <p:sp>
        <p:nvSpPr>
          <p:cNvPr id="5" name="Slide Number Placeholder 4">
            <a:extLst>
              <a:ext uri="{FF2B5EF4-FFF2-40B4-BE49-F238E27FC236}">
                <a16:creationId xmlns:a16="http://schemas.microsoft.com/office/drawing/2014/main" id="{24433CBD-9819-BA1C-8720-D89215B1A639}"/>
              </a:ext>
            </a:extLst>
          </p:cNvPr>
          <p:cNvSpPr>
            <a:spLocks noGrp="1"/>
          </p:cNvSpPr>
          <p:nvPr>
            <p:ph type="sldNum" sz="quarter" idx="12"/>
          </p:nvPr>
        </p:nvSpPr>
        <p:spPr/>
        <p:txBody>
          <a:bodyPr/>
          <a:lstStyle/>
          <a:p>
            <a:fld id="{CB012AB6-14AF-4351-87AD-D420B05274E1}" type="slidenum">
              <a:rPr lang="en-IN" smtClean="0"/>
              <a:t>4</a:t>
            </a:fld>
            <a:endParaRPr lang="en-IN"/>
          </a:p>
        </p:txBody>
      </p:sp>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p:txBody>
          <a:bodyPr/>
          <a:lstStyle/>
          <a:p>
            <a:r>
              <a:rPr lang="en-IN" dirty="0"/>
              <a:t>CO2 Topics</a:t>
            </a:r>
          </a:p>
        </p:txBody>
      </p:sp>
      <p:sp>
        <p:nvSpPr>
          <p:cNvPr id="3" name="Content Placeholder 2">
            <a:extLst>
              <a:ext uri="{FF2B5EF4-FFF2-40B4-BE49-F238E27FC236}">
                <a16:creationId xmlns:a16="http://schemas.microsoft.com/office/drawing/2014/main" id="{78027864-8698-BA0E-D44D-3E693AAB48AD}"/>
              </a:ext>
            </a:extLst>
          </p:cNvPr>
          <p:cNvSpPr>
            <a:spLocks noGrp="1"/>
          </p:cNvSpPr>
          <p:nvPr>
            <p:ph idx="1"/>
          </p:nvPr>
        </p:nvSpPr>
        <p:spPr>
          <a:xfrm>
            <a:off x="838200" y="1825625"/>
            <a:ext cx="5100000" cy="4351338"/>
          </a:xfrm>
          <a:prstGeom prst="roundRect">
            <a:avLst>
              <a:gd name="adj" fmla="val 3000"/>
            </a:avLst>
          </a:prstGeom>
          <a:solidFill>
            <a:srgbClr val="F3F6FB"/>
          </a:solidFill>
          <a:ln w="9525">
            <a:solidFill>
              <a:srgbClr val="C9D6E8"/>
            </a:solidFill>
          </a:ln>
        </p:spPr>
        <p:txBody>
          <a:bodyPr wrap="none" lIns="182880" tIns="91440" rIns="182880" bIns="91440" anchor="t">
            <a:noAutofit/>
          </a:bodyPr>
          <a:lstStyle/>
          <a:p>
            <a:pPr marL="0" indent="0">
              <a:spcBef>
                <a:spcPts val="0"/>
              </a:spcBef>
              <a:spcAft>
                <a:spcPts val="1200"/>
              </a:spcAft>
              <a:buNone/>
            </a:pPr>
            <a:r>
              <a:rPr lang="en-US" sz="2400" b="1" dirty="0">
                <a:solidFill>
                  <a:srgbClr val="1E2761"/>
                </a:solidFill>
              </a:rPr>
              <a:t>Conditional Statements</a:t>
            </a:r>
          </a:p>
          <a:p>
            <a:pPr marL="342900" indent="-342900">
              <a:lnSpc>
                <a:spcPct val="100000"/>
              </a:lnSpc>
              <a:spcBef>
                <a:spcPts val="0"/>
              </a:spcBef>
              <a:spcAft>
                <a:spcPts val="900"/>
              </a:spcAft>
              <a:buFont typeface="Arial"/>
              <a:buChar char="•"/>
            </a:pPr>
            <a:r>
              <a:rPr lang="en-US" sz="2200" dirty="0">
                <a:solidFill>
                  <a:srgbClr val="1E2761"/>
                </a:solidFill>
              </a:rPr>
              <a:t>if / else-if ladder</a:t>
            </a:r>
          </a:p>
          <a:p>
            <a:pPr marL="342900" indent="-342900">
              <a:lnSpc>
                <a:spcPct val="100000"/>
              </a:lnSpc>
              <a:spcBef>
                <a:spcPts val="0"/>
              </a:spcBef>
              <a:spcAft>
                <a:spcPts val="900"/>
              </a:spcAft>
              <a:buFont typeface="Arial"/>
              <a:buChar char="•"/>
            </a:pPr>
            <a:r>
              <a:rPr lang="en-US" sz="2200" dirty="0">
                <a:solidFill>
                  <a:srgbClr val="1E2761"/>
                </a:solidFill>
              </a:rPr>
              <a:t>switch-case-default-break</a:t>
            </a:r>
          </a:p>
        </p:txBody>
      </p:sp>
      <p:sp>
        <p:nvSpPr>
          <p:cNvPr id="20" name="Loops Topics"/>
          <p:cNvSpPr/>
          <p:nvPr/>
        </p:nvSpPr>
        <p:spPr>
          <a:xfrm>
            <a:off x="6253800" y="1825625"/>
            <a:ext cx="5100000" cy="4351338"/>
          </a:xfrm>
          <a:prstGeom prst="roundRect">
            <a:avLst>
              <a:gd name="adj" fmla="val 3000"/>
            </a:avLst>
          </a:prstGeom>
          <a:solidFill>
            <a:srgbClr val="F3F6FB"/>
          </a:solidFill>
          <a:ln w="9525">
            <a:solidFill>
              <a:srgbClr val="C9D6E8"/>
            </a:solidFill>
          </a:ln>
        </p:spPr>
        <p:txBody>
          <a:bodyPr wrap="none" lIns="182880" tIns="91440" rIns="182880" bIns="91440" anchor="t">
            <a:noAutofit/>
          </a:bodyPr>
          <a:lstStyle/>
          <a:p>
            <a:pPr marL="0" indent="0">
              <a:spcBef>
                <a:spcPts val="0"/>
              </a:spcBef>
              <a:spcAft>
                <a:spcPts val="1200"/>
              </a:spcAft>
              <a:buNone/>
            </a:pPr>
            <a:r>
              <a:rPr lang="en-US" sz="2400" b="1" dirty="0">
                <a:solidFill>
                  <a:srgbClr val="1E2761"/>
                </a:solidFill>
              </a:rPr>
              <a:t>Loops</a:t>
            </a:r>
          </a:p>
          <a:p>
            <a:pPr marL="342900" indent="-342900">
              <a:lnSpc>
                <a:spcPct val="100000"/>
              </a:lnSpc>
              <a:spcBef>
                <a:spcPts val="0"/>
              </a:spcBef>
              <a:spcAft>
                <a:spcPts val="900"/>
              </a:spcAft>
              <a:buFont typeface="Arial"/>
              <a:buChar char="•"/>
            </a:pPr>
            <a:r>
              <a:rPr lang="en-US" sz="2200" dirty="0">
                <a:solidFill>
                  <a:srgbClr val="1E2761"/>
                </a:solidFill>
              </a:rPr>
              <a:t>Loops</a:t>
            </a:r>
          </a:p>
          <a:p>
            <a:pPr marL="342900" indent="-342900">
              <a:lnSpc>
                <a:spcPct val="100000"/>
              </a:lnSpc>
              <a:spcBef>
                <a:spcPts val="0"/>
              </a:spcBef>
              <a:spcAft>
                <a:spcPts val="900"/>
              </a:spcAft>
              <a:buFont typeface="Arial"/>
              <a:buChar char="•"/>
            </a:pPr>
            <a:r>
              <a:rPr lang="en-US" sz="2200" dirty="0">
                <a:solidFill>
                  <a:srgbClr val="1E2761"/>
                </a:solidFill>
              </a:rPr>
              <a:t>Nested loops</a:t>
            </a:r>
          </a:p>
          <a:p>
            <a:pPr marL="342900" indent="-342900">
              <a:lnSpc>
                <a:spcPct val="100000"/>
              </a:lnSpc>
              <a:spcBef>
                <a:spcPts val="0"/>
              </a:spcBef>
              <a:spcAft>
                <a:spcPts val="900"/>
              </a:spcAft>
              <a:buFont typeface="Arial"/>
              <a:buChar char="•"/>
            </a:pPr>
            <a:r>
              <a:rPr lang="en-US" sz="2200" dirty="0">
                <a:solidFill>
                  <a:srgbClr val="1E2761"/>
                </a:solidFill>
              </a:rPr>
              <a:t>Compound statements</a:t>
            </a:r>
          </a:p>
        </p:txBody>
      </p:sp>
      <p:sp>
        <p:nvSpPr>
          <p:cNvPr id="4" name="Date Placeholder 3">
            <a:extLst>
              <a:ext uri="{FF2B5EF4-FFF2-40B4-BE49-F238E27FC236}">
                <a16:creationId xmlns:a16="http://schemas.microsoft.com/office/drawing/2014/main" id="{08D11724-4931-2511-D4E0-AFF95EF4DE35}"/>
              </a:ext>
            </a:extLst>
          </p:cNvPr>
          <p:cNvSpPr>
            <a:spLocks noGrp="1"/>
          </p:cNvSpPr>
          <p:nvPr>
            <p:ph type="dt" sz="half" idx="10"/>
          </p:nvPr>
        </p:nvSpPr>
        <p:spPr/>
        <p:txBody>
          <a:bodyPr/>
          <a:lstStyle/>
          <a:p>
            <a:fld id="{64EA43E7-AB4E-4C38-9410-6577E2291C02}" type="datetime1">
              <a:rPr lang="en-IN" smtClean="0"/>
              <a:t>21-09-2026</a:t>
            </a:fld>
            <a:endParaRPr lang="en-IN"/>
          </a:p>
        </p:txBody>
      </p:sp>
      <p:sp>
        <p:nvSpPr>
          <p:cNvPr id="5" name="Slide Number Placeholder 4">
            <a:extLst>
              <a:ext uri="{FF2B5EF4-FFF2-40B4-BE49-F238E27FC236}">
                <a16:creationId xmlns:a16="http://schemas.microsoft.com/office/drawing/2014/main" id="{552284BF-AE73-C39E-0CCD-CD938FF84864}"/>
              </a:ext>
            </a:extLst>
          </p:cNvPr>
          <p:cNvSpPr>
            <a:spLocks noGrp="1"/>
          </p:cNvSpPr>
          <p:nvPr>
            <p:ph type="sldNum" sz="quarter" idx="12"/>
          </p:nvPr>
        </p:nvSpPr>
        <p:spPr/>
        <p:txBody>
          <a:bodyPr/>
          <a:lstStyle/>
          <a:p>
            <a:fld id="{CB012AB6-14AF-4351-87AD-D420B05274E1}" type="slidenum">
              <a:rPr lang="en-IN" smtClean="0"/>
              <a:t>5</a:t>
            </a:fld>
            <a:endParaRPr lang="en-IN"/>
          </a:p>
        </p:txBody>
      </p:sp>
    </p:spTree>
    <p:extLst>
      <p:ext uri="{BB962C8B-B14F-4D97-AF65-F5344CB8AC3E}">
        <p14:creationId xmlns:p14="http://schemas.microsoft.com/office/powerpoint/2010/main" val="4178111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p:txBody>
          <a:bodyPr/>
          <a:lstStyle/>
          <a:p>
            <a:r>
              <a:rPr lang="en-IN" dirty="0"/>
              <a:t>CO3 Topics</a:t>
            </a:r>
          </a:p>
        </p:txBody>
      </p:sp>
      <p:sp>
        <p:nvSpPr>
          <p:cNvPr id="3" name="Content Placeholder 2">
            <a:extLst>
              <a:ext uri="{FF2B5EF4-FFF2-40B4-BE49-F238E27FC236}">
                <a16:creationId xmlns:a16="http://schemas.microsoft.com/office/drawing/2014/main" id="{AE8ACD64-BF58-761A-504E-C381351EE857}"/>
              </a:ext>
            </a:extLst>
          </p:cNvPr>
          <p:cNvSpPr>
            <a:spLocks noGrp="1"/>
          </p:cNvSpPr>
          <p:nvPr>
            <p:ph idx="1"/>
          </p:nvPr>
        </p:nvSpPr>
        <p:spPr>
          <a:xfrm>
            <a:off x="838200" y="1825625"/>
            <a:ext cx="5100000" cy="4351338"/>
          </a:xfrm>
          <a:prstGeom prst="roundRect">
            <a:avLst>
              <a:gd name="adj" fmla="val 3000"/>
            </a:avLst>
          </a:prstGeom>
          <a:solidFill>
            <a:srgbClr val="F3F6FB"/>
          </a:solidFill>
          <a:ln w="9525">
            <a:solidFill>
              <a:srgbClr val="C9D6E8"/>
            </a:solidFill>
          </a:ln>
        </p:spPr>
        <p:txBody>
          <a:bodyPr wrap="none" lIns="182880" tIns="91440" rIns="182880" bIns="91440" anchor="t">
            <a:noAutofit/>
          </a:bodyPr>
          <a:lstStyle/>
          <a:p>
            <a:pPr marL="0" indent="0">
              <a:spcBef>
                <a:spcPts val="0"/>
              </a:spcBef>
              <a:spcAft>
                <a:spcPts val="1200"/>
              </a:spcAft>
              <a:buNone/>
            </a:pPr>
            <a:r>
              <a:rPr lang="en-US" sz="2400" b="1" dirty="0">
                <a:solidFill>
                  <a:srgbClr val="1E2761"/>
                </a:solidFill>
              </a:rPr>
              <a:t>Methods</a:t>
            </a:r>
          </a:p>
          <a:p>
            <a:pPr marL="342900" indent="-342900">
              <a:lnSpc>
                <a:spcPct val="100000"/>
              </a:lnSpc>
              <a:spcBef>
                <a:spcPts val="0"/>
              </a:spcBef>
              <a:spcAft>
                <a:spcPts val="900"/>
              </a:spcAft>
              <a:buFont typeface="Arial"/>
              <a:buChar char="•"/>
            </a:pPr>
            <a:r>
              <a:rPr lang="en-US" sz="2200" dirty="0">
                <a:solidFill>
                  <a:srgbClr val="1E2761"/>
                </a:solidFill>
              </a:rPr>
              <a:t>Parameter passing</a:t>
            </a:r>
          </a:p>
          <a:p>
            <a:pPr marL="342900" indent="-342900">
              <a:lnSpc>
                <a:spcPct val="100000"/>
              </a:lnSpc>
              <a:spcBef>
                <a:spcPts val="0"/>
              </a:spcBef>
              <a:spcAft>
                <a:spcPts val="900"/>
              </a:spcAft>
              <a:buFont typeface="Arial"/>
              <a:buChar char="•"/>
            </a:pPr>
            <a:r>
              <a:rPr lang="en-US" sz="2200" dirty="0">
                <a:solidFill>
                  <a:srgbClr val="1E2761"/>
                </a:solidFill>
              </a:rPr>
              <a:t>Return values</a:t>
            </a:r>
          </a:p>
          <a:p>
            <a:pPr marL="342900" indent="-342900">
              <a:lnSpc>
                <a:spcPct val="100000"/>
              </a:lnSpc>
              <a:spcBef>
                <a:spcPts val="0"/>
              </a:spcBef>
              <a:spcAft>
                <a:spcPts val="900"/>
              </a:spcAft>
              <a:buFont typeface="Arial"/>
              <a:buChar char="•"/>
            </a:pPr>
            <a:r>
              <a:rPr lang="en-US" sz="2200" dirty="0">
                <a:solidFill>
                  <a:srgbClr val="1E2761"/>
                </a:solidFill>
              </a:rPr>
              <a:t>Method overloading</a:t>
            </a:r>
          </a:p>
        </p:txBody>
      </p:sp>
      <p:sp>
        <p:nvSpPr>
          <p:cNvPr id="20" name="Arrays Topics"/>
          <p:cNvSpPr/>
          <p:nvPr/>
        </p:nvSpPr>
        <p:spPr>
          <a:xfrm>
            <a:off x="6253800" y="1825625"/>
            <a:ext cx="5100000" cy="4351338"/>
          </a:xfrm>
          <a:prstGeom prst="roundRect">
            <a:avLst>
              <a:gd name="adj" fmla="val 3000"/>
            </a:avLst>
          </a:prstGeom>
          <a:solidFill>
            <a:srgbClr val="F3F6FB"/>
          </a:solidFill>
          <a:ln w="9525">
            <a:solidFill>
              <a:srgbClr val="C9D6E8"/>
            </a:solidFill>
          </a:ln>
        </p:spPr>
        <p:txBody>
          <a:bodyPr wrap="none" lIns="182880" tIns="91440" rIns="182880" bIns="91440" anchor="t">
            <a:noAutofit/>
          </a:bodyPr>
          <a:lstStyle/>
          <a:p>
            <a:pPr marL="0" indent="0">
              <a:spcBef>
                <a:spcPts val="0"/>
              </a:spcBef>
              <a:spcAft>
                <a:spcPts val="1200"/>
              </a:spcAft>
              <a:buNone/>
            </a:pPr>
            <a:r>
              <a:rPr lang="en-US" sz="2400" b="1" dirty="0">
                <a:solidFill>
                  <a:srgbClr val="1E2761"/>
                </a:solidFill>
              </a:rPr>
              <a:t>Arrays</a:t>
            </a:r>
          </a:p>
          <a:p>
            <a:pPr marL="342900" indent="-342900">
              <a:lnSpc>
                <a:spcPct val="100000"/>
              </a:lnSpc>
              <a:spcBef>
                <a:spcPts val="0"/>
              </a:spcBef>
              <a:spcAft>
                <a:spcPts val="900"/>
              </a:spcAft>
              <a:buFont typeface="Arial"/>
              <a:buChar char="•"/>
            </a:pPr>
            <a:r>
              <a:rPr lang="en-US" sz="2200" dirty="0">
                <a:solidFill>
                  <a:srgbClr val="1E2761"/>
                </a:solidFill>
              </a:rPr>
              <a:t>1D array</a:t>
            </a:r>
          </a:p>
          <a:p>
            <a:pPr marL="342900" indent="-342900">
              <a:lnSpc>
                <a:spcPct val="100000"/>
              </a:lnSpc>
              <a:spcBef>
                <a:spcPts val="0"/>
              </a:spcBef>
              <a:spcAft>
                <a:spcPts val="900"/>
              </a:spcAft>
              <a:buFont typeface="Arial"/>
              <a:buChar char="•"/>
            </a:pPr>
            <a:r>
              <a:rPr lang="en-US" sz="2200" dirty="0">
                <a:solidFill>
                  <a:srgbClr val="1E2761"/>
                </a:solidFill>
              </a:rPr>
              <a:t>2D array</a:t>
            </a:r>
          </a:p>
          <a:p>
            <a:pPr marL="342900" indent="-342900">
              <a:lnSpc>
                <a:spcPct val="100000"/>
              </a:lnSpc>
              <a:spcBef>
                <a:spcPts val="0"/>
              </a:spcBef>
              <a:spcAft>
                <a:spcPts val="900"/>
              </a:spcAft>
              <a:buFont typeface="Arial"/>
              <a:buChar char="•"/>
            </a:pPr>
            <a:r>
              <a:rPr lang="en-US" sz="2200" dirty="0">
                <a:solidFill>
                  <a:srgbClr val="1E2761"/>
                </a:solidFill>
              </a:rPr>
              <a:t>Searching</a:t>
            </a:r>
          </a:p>
          <a:p>
            <a:pPr marL="342900" indent="-342900">
              <a:lnSpc>
                <a:spcPct val="100000"/>
              </a:lnSpc>
              <a:spcBef>
                <a:spcPts val="0"/>
              </a:spcBef>
              <a:spcAft>
                <a:spcPts val="900"/>
              </a:spcAft>
              <a:buFont typeface="Arial"/>
              <a:buChar char="•"/>
            </a:pPr>
            <a:r>
              <a:rPr lang="en-US" sz="2200" dirty="0">
                <a:solidFill>
                  <a:srgbClr val="1E2761"/>
                </a:solidFill>
              </a:rPr>
              <a:t>Summation</a:t>
            </a:r>
          </a:p>
          <a:p>
            <a:pPr marL="342900" indent="-342900">
              <a:lnSpc>
                <a:spcPct val="100000"/>
              </a:lnSpc>
              <a:spcBef>
                <a:spcPts val="0"/>
              </a:spcBef>
              <a:spcAft>
                <a:spcPts val="900"/>
              </a:spcAft>
              <a:buFont typeface="Arial"/>
              <a:buChar char="•"/>
            </a:pPr>
            <a:r>
              <a:rPr lang="en-US" sz="2200" dirty="0">
                <a:solidFill>
                  <a:srgbClr val="1E2761"/>
                </a:solidFill>
              </a:rPr>
              <a:t>Average</a:t>
            </a:r>
          </a:p>
          <a:p>
            <a:pPr marL="342900" indent="-342900">
              <a:lnSpc>
                <a:spcPct val="100000"/>
              </a:lnSpc>
              <a:spcBef>
                <a:spcPts val="0"/>
              </a:spcBef>
              <a:spcAft>
                <a:spcPts val="900"/>
              </a:spcAft>
              <a:buFont typeface="Arial"/>
              <a:buChar char="•"/>
            </a:pPr>
            <a:r>
              <a:rPr lang="en-US" sz="2200" dirty="0">
                <a:solidFill>
                  <a:srgbClr val="1E2761"/>
                </a:solidFill>
              </a:rPr>
              <a:t>Counting</a:t>
            </a:r>
          </a:p>
        </p:txBody>
      </p:sp>
      <p:sp>
        <p:nvSpPr>
          <p:cNvPr id="4" name="Date Placeholder 3">
            <a:extLst>
              <a:ext uri="{FF2B5EF4-FFF2-40B4-BE49-F238E27FC236}">
                <a16:creationId xmlns:a16="http://schemas.microsoft.com/office/drawing/2014/main" id="{8E0078FF-2013-E475-6F3D-0A16F8585865}"/>
              </a:ext>
            </a:extLst>
          </p:cNvPr>
          <p:cNvSpPr>
            <a:spLocks noGrp="1"/>
          </p:cNvSpPr>
          <p:nvPr>
            <p:ph type="dt" sz="half" idx="10"/>
          </p:nvPr>
        </p:nvSpPr>
        <p:spPr/>
        <p:txBody>
          <a:bodyPr/>
          <a:lstStyle/>
          <a:p>
            <a:fld id="{FADF71FF-0CE0-4D83-9933-F69CED863D80}" type="datetime1">
              <a:rPr lang="en-IN" smtClean="0"/>
              <a:t>21-09-2026</a:t>
            </a:fld>
            <a:endParaRPr lang="en-IN"/>
          </a:p>
        </p:txBody>
      </p:sp>
      <p:sp>
        <p:nvSpPr>
          <p:cNvPr id="5" name="Slide Number Placeholder 4">
            <a:extLst>
              <a:ext uri="{FF2B5EF4-FFF2-40B4-BE49-F238E27FC236}">
                <a16:creationId xmlns:a16="http://schemas.microsoft.com/office/drawing/2014/main" id="{95DE39BA-552D-5E87-9C16-8B5724296666}"/>
              </a:ext>
            </a:extLst>
          </p:cNvPr>
          <p:cNvSpPr>
            <a:spLocks noGrp="1"/>
          </p:cNvSpPr>
          <p:nvPr>
            <p:ph type="sldNum" sz="quarter" idx="12"/>
          </p:nvPr>
        </p:nvSpPr>
        <p:spPr/>
        <p:txBody>
          <a:bodyPr/>
          <a:lstStyle/>
          <a:p>
            <a:fld id="{CB012AB6-14AF-4351-87AD-D420B05274E1}" type="slidenum">
              <a:rPr lang="en-IN" smtClean="0"/>
              <a:t>7</a:t>
            </a:fld>
            <a:endParaRPr lang="en-IN"/>
          </a:p>
        </p:txBody>
      </p:sp>
    </p:spTree>
    <p:extLst>
      <p:ext uri="{BB962C8B-B14F-4D97-AF65-F5344CB8AC3E}">
        <p14:creationId xmlns:p14="http://schemas.microsoft.com/office/powerpoint/2010/main" val="1869875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F2EB-DC8E-A39F-8C45-4CB81854799A}"/>
              </a:ext>
            </a:extLst>
          </p:cNvPr>
          <p:cNvSpPr>
            <a:spLocks noGrp="1"/>
          </p:cNvSpPr>
          <p:nvPr>
            <p:ph type="title"/>
          </p:nvPr>
        </p:nvSpPr>
        <p:spPr/>
        <p:txBody>
          <a:bodyPr/>
          <a:lstStyle/>
          <a:p>
            <a:r>
              <a:rPr lang="en-IN" dirty="0"/>
              <a:t>Geo Tag Photo and git hub link</a:t>
            </a:r>
          </a:p>
        </p:txBody>
      </p:sp>
      <p:sp>
        <p:nvSpPr>
          <p:cNvPr id="3" name="Content Placeholder 2">
            <a:extLst>
              <a:ext uri="{FF2B5EF4-FFF2-40B4-BE49-F238E27FC236}">
                <a16:creationId xmlns:a16="http://schemas.microsoft.com/office/drawing/2014/main" id="{764E026B-5FC7-651F-1236-75071A9D26C5}"/>
              </a:ext>
            </a:extLst>
          </p:cNvPr>
          <p:cNvSpPr>
            <a:spLocks noGrp="1"/>
          </p:cNvSpPr>
          <p:nvPr>
            <p:ph idx="1"/>
          </p:nvPr>
        </p:nvSpPr>
        <p:spPr>
          <a:xfrm>
            <a:off x="838200" y="1825625"/>
            <a:ext cx="5182000" cy="4351338"/>
          </a:xfrm>
        </p:spPr>
        <p:txBody>
          <a:bodyPr>
            <a:normAutofit/>
          </a:bodyPr>
          <a:lstStyle/>
          <a:p>
            <a:r>
              <a:rPr lang="en-US" sz="2000" dirty="0"/>
              <a:t>Geo-tagged project photo:</a:t>
            </a:r>
          </a:p>
          <a:p>
            <a:pPr lvl="1"/>
            <a:r>
              <a:rPr lang="en-US" sz="2000" dirty="0"/>
              <a:t>Captured at Dollar Dreams, Bowrampet, Hyderabad (23-09-2026)</a:t>
            </a:r>
          </a:p>
          <a:p>
            <a:r>
              <a:rPr lang="en-US" sz="2000" dirty="0"/>
              <a:t>GitHub repositories:</a:t>
            </a:r>
          </a:p>
          <a:p>
            <a:pPr lvl="1"/>
            <a:r>
              <a:rPr lang="en-US" sz="2000" dirty="0"/>
              <a:t>Dheeraj Jasti – github.com/dheeraj008-pixel</a:t>
            </a:r>
          </a:p>
          <a:p>
            <a:pPr lvl="1"/>
            <a:r>
              <a:rPr lang="en-US" sz="2000" dirty="0"/>
              <a:t>Shashank Varma – github.com/shashankvarma0922-dotcom</a:t>
            </a:r>
          </a:p>
        </p:txBody>
      </p:sp>
      <p:sp>
        <p:nvSpPr>
          <p:cNvPr id="4" name="Date Placeholder 3">
            <a:extLst>
              <a:ext uri="{FF2B5EF4-FFF2-40B4-BE49-F238E27FC236}">
                <a16:creationId xmlns:a16="http://schemas.microsoft.com/office/drawing/2014/main" id="{48D4BAD5-7EFF-4B1E-4929-B42B4691DD0D}"/>
              </a:ext>
            </a:extLst>
          </p:cNvPr>
          <p:cNvSpPr>
            <a:spLocks noGrp="1"/>
          </p:cNvSpPr>
          <p:nvPr>
            <p:ph type="dt" sz="half" idx="10"/>
          </p:nvPr>
        </p:nvSpPr>
        <p:spPr/>
        <p:txBody>
          <a:bodyPr/>
          <a:lstStyle/>
          <a:p>
            <a:fld id="{C1514C08-598A-44BF-A4B1-00F35979A9B0}" type="datetime1">
              <a:rPr lang="en-IN" smtClean="0"/>
              <a:t>21-09-2026</a:t>
            </a:fld>
            <a:endParaRPr lang="en-IN"/>
          </a:p>
        </p:txBody>
      </p:sp>
      <p:sp>
        <p:nvSpPr>
          <p:cNvPr id="5" name="Slide Number Placeholder 4">
            <a:extLst>
              <a:ext uri="{FF2B5EF4-FFF2-40B4-BE49-F238E27FC236}">
                <a16:creationId xmlns:a16="http://schemas.microsoft.com/office/drawing/2014/main" id="{793CFBAF-EF7C-CF04-7D6A-23B99B45B2CF}"/>
              </a:ext>
            </a:extLst>
          </p:cNvPr>
          <p:cNvSpPr>
            <a:spLocks noGrp="1"/>
          </p:cNvSpPr>
          <p:nvPr>
            <p:ph type="sldNum" sz="quarter" idx="12"/>
          </p:nvPr>
        </p:nvSpPr>
        <p:spPr/>
        <p:txBody>
          <a:bodyPr/>
          <a:lstStyle/>
          <a:p>
            <a:fld id="{CB012AB6-14AF-4351-87AD-D420B05274E1}" type="slidenum">
              <a:rPr lang="en-IN" smtClean="0"/>
              <a:t>9</a:t>
            </a:fld>
            <a:endParaRPr lang="en-IN"/>
          </a:p>
        </p:txBody>
      </p:sp>
      <p:pic>
        <p:nvPicPr>
          <p:cNvPr id="20" name="Geo Tag Photo" descr="Geo-tagged photo of the team working at a laptop, captured at Dollar Dreams, Bowrampet, Hyderabad on 23-09-2026"/>
          <p:cNvPicPr>
            <a:picLocks noChangeAspect="1"/>
          </p:cNvPicPr>
          <p:nvPr/>
        </p:nvPicPr>
        <p:blipFill>
          <a:blip r:embed="rId2"/>
          <a:stretch>
            <a:fillRect/>
          </a:stretch>
        </p:blipFill>
        <p:spPr>
          <a:xfrm>
            <a:off x="6553200" y="2670098"/>
            <a:ext cx="4800600" cy="2662391"/>
          </a:xfrm>
          <a:prstGeom prst="rect">
            <a:avLst/>
          </a:prstGeom>
        </p:spPr>
      </p:pic>
    </p:spTree>
    <p:extLst>
      <p:ext uri="{BB962C8B-B14F-4D97-AF65-F5344CB8AC3E}">
        <p14:creationId xmlns:p14="http://schemas.microsoft.com/office/powerpoint/2010/main" val="139677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1669</Words>
  <Application>Microsoft Office PowerPoint</Application>
  <PresentationFormat>Widescreen</PresentationFormat>
  <Paragraphs>177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Courier New</vt:lpstr>
      <vt:lpstr>Office Theme</vt:lpstr>
      <vt:lpstr>Airport Flight Board &amp; Scheduler</vt:lpstr>
      <vt:lpstr>Abstract</vt:lpstr>
      <vt:lpstr>Understanding Problem Statement</vt:lpstr>
      <vt:lpstr>CO1 Topics: Variables &amp; Data Types</vt:lpstr>
      <vt:lpstr>CO2 Topics: Conditional Statements</vt:lpstr>
      <vt:lpstr>CO2 Topics : Loops</vt:lpstr>
      <vt:lpstr>Module 3: Methods</vt:lpstr>
      <vt:lpstr>Module 3 (contd.): Arrays</vt:lpstr>
      <vt:lpstr>Geo Tag Photo and git hub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dheeraj jasti</cp:lastModifiedBy>
  <cp:revision>6</cp:revision>
  <dcterms:created xsi:type="dcterms:W3CDTF">2026-09-15T09:57:10Z</dcterms:created>
  <dcterms:modified xsi:type="dcterms:W3CDTF">2026-09-21T15:13:11Z</dcterms:modified>
</cp:coreProperties>
</file>