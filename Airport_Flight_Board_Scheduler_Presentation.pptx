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6" r:id="rId2"/>
    <p:sldId id="257" r:id="rId3"/>
    <p:sldId id="261" r:id="rId4"/>
    <p:sldId id="258" r:id="rId5"/>
    <p:sldId id="259" r:id="rId6"/>
    <p:sldId id="263" r:id="rId7"/>
    <p:sldId id="260" r:id="rId8"/>
    <p:sldId id="264" r:id="rId9"/>
    <p:sldId id="262"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280BE3C-B0B0-4CFB-816B-712D973A64E0}" v="3" dt="2026-09-15T10:05:24.21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8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SP MADHURI" userId="d5baabbced009fe2" providerId="LiveId" clId="{5C1935DC-7BAA-4BFD-8AE9-FAF66D151093}"/>
    <pc:docChg chg="undo custSel addSld modSld sldOrd">
      <pc:chgData name="TSP MADHURI" userId="d5baabbced009fe2" providerId="LiveId" clId="{5C1935DC-7BAA-4BFD-8AE9-FAF66D151093}" dt="2026-09-15T10:01:58.231" v="188" actId="22"/>
      <pc:docMkLst>
        <pc:docMk/>
      </pc:docMkLst>
      <pc:sldChg chg="addSp delSp modSp mod">
        <pc:chgData name="TSP MADHURI" userId="d5baabbced009fe2" providerId="LiveId" clId="{5C1935DC-7BAA-4BFD-8AE9-FAF66D151093}" dt="2026-09-15T10:01:58.231" v="188" actId="22"/>
        <pc:sldMkLst>
          <pc:docMk/>
          <pc:sldMk cId="1570750093" sldId="256"/>
        </pc:sldMkLst>
        <pc:spChg chg="mod">
          <ac:chgData name="TSP MADHURI" userId="d5baabbced009fe2" providerId="LiveId" clId="{5C1935DC-7BAA-4BFD-8AE9-FAF66D151093}" dt="2026-09-15T09:58:58.254" v="62" actId="20577"/>
          <ac:spMkLst>
            <pc:docMk/>
            <pc:sldMk cId="1570750093" sldId="256"/>
            <ac:spMk id="2" creationId="{81C0CCFF-527E-4AC9-A45F-A8196F49E0C3}"/>
          </ac:spMkLst>
        </pc:spChg>
        <pc:spChg chg="mod">
          <ac:chgData name="TSP MADHURI" userId="d5baabbced009fe2" providerId="LiveId" clId="{5C1935DC-7BAA-4BFD-8AE9-FAF66D151093}" dt="2026-09-15T09:59:08.667" v="65"/>
          <ac:spMkLst>
            <pc:docMk/>
            <pc:sldMk cId="1570750093" sldId="256"/>
            <ac:spMk id="3" creationId="{A452AC95-AA7D-A76A-037F-6B2DB5A27E48}"/>
          </ac:spMkLst>
        </pc:spChg>
        <pc:spChg chg="add del">
          <ac:chgData name="TSP MADHURI" userId="d5baabbced009fe2" providerId="LiveId" clId="{5C1935DC-7BAA-4BFD-8AE9-FAF66D151093}" dt="2026-09-15T09:58:23.995" v="1" actId="22"/>
          <ac:spMkLst>
            <pc:docMk/>
            <pc:sldMk cId="1570750093" sldId="256"/>
            <ac:spMk id="5" creationId="{16E58A68-9A46-73D5-6ACA-6EBDA713DE38}"/>
          </ac:spMkLst>
        </pc:spChg>
        <pc:spChg chg="add del mod">
          <ac:chgData name="TSP MADHURI" userId="d5baabbced009fe2" providerId="LiveId" clId="{5C1935DC-7BAA-4BFD-8AE9-FAF66D151093}" dt="2026-09-15T10:01:58.231" v="188" actId="22"/>
          <ac:spMkLst>
            <pc:docMk/>
            <pc:sldMk cId="1570750093" sldId="256"/>
            <ac:spMk id="7" creationId="{195ACB3F-808A-0A7A-B8BD-A70C42ECC1E5}"/>
          </ac:spMkLst>
        </pc:spChg>
      </pc:sldChg>
      <pc:sldChg chg="modSp new mod">
        <pc:chgData name="TSP MADHURI" userId="d5baabbced009fe2" providerId="LiveId" clId="{5C1935DC-7BAA-4BFD-8AE9-FAF66D151093}" dt="2026-09-15T09:59:16.247" v="74" actId="20577"/>
        <pc:sldMkLst>
          <pc:docMk/>
          <pc:sldMk cId="676338040" sldId="257"/>
        </pc:sldMkLst>
        <pc:spChg chg="mod">
          <ac:chgData name="TSP MADHURI" userId="d5baabbced009fe2" providerId="LiveId" clId="{5C1935DC-7BAA-4BFD-8AE9-FAF66D151093}" dt="2026-09-15T09:59:16.247" v="74" actId="20577"/>
          <ac:spMkLst>
            <pc:docMk/>
            <pc:sldMk cId="676338040" sldId="257"/>
            <ac:spMk id="2" creationId="{EDE71AF3-F02C-0F4C-0929-57F8B753540D}"/>
          </ac:spMkLst>
        </pc:spChg>
      </pc:sldChg>
      <pc:sldChg chg="modSp new mod">
        <pc:chgData name="TSP MADHURI" userId="d5baabbced009fe2" providerId="LiveId" clId="{5C1935DC-7BAA-4BFD-8AE9-FAF66D151093}" dt="2026-09-15T09:59:25.529" v="86" actId="20577"/>
        <pc:sldMkLst>
          <pc:docMk/>
          <pc:sldMk cId="4104242747" sldId="258"/>
        </pc:sldMkLst>
        <pc:spChg chg="mod">
          <ac:chgData name="TSP MADHURI" userId="d5baabbced009fe2" providerId="LiveId" clId="{5C1935DC-7BAA-4BFD-8AE9-FAF66D151093}" dt="2026-09-15T09:59:25.529" v="86" actId="20577"/>
          <ac:spMkLst>
            <pc:docMk/>
            <pc:sldMk cId="4104242747" sldId="258"/>
            <ac:spMk id="2" creationId="{8E154CC5-4FD5-611A-4481-E878E281E2CD}"/>
          </ac:spMkLst>
        </pc:spChg>
      </pc:sldChg>
      <pc:sldChg chg="modSp new mod">
        <pc:chgData name="TSP MADHURI" userId="d5baabbced009fe2" providerId="LiveId" clId="{5C1935DC-7BAA-4BFD-8AE9-FAF66D151093}" dt="2026-09-15T09:59:36.234" v="101" actId="20577"/>
        <pc:sldMkLst>
          <pc:docMk/>
          <pc:sldMk cId="4178111765" sldId="259"/>
        </pc:sldMkLst>
        <pc:spChg chg="mod">
          <ac:chgData name="TSP MADHURI" userId="d5baabbced009fe2" providerId="LiveId" clId="{5C1935DC-7BAA-4BFD-8AE9-FAF66D151093}" dt="2026-09-15T09:59:36.234" v="101" actId="20577"/>
          <ac:spMkLst>
            <pc:docMk/>
            <pc:sldMk cId="4178111765" sldId="259"/>
            <ac:spMk id="2" creationId="{3954FDF4-A21D-11D6-CA7A-382058E2F499}"/>
          </ac:spMkLst>
        </pc:spChg>
      </pc:sldChg>
      <pc:sldChg chg="modSp new mod">
        <pc:chgData name="TSP MADHURI" userId="d5baabbced009fe2" providerId="LiveId" clId="{5C1935DC-7BAA-4BFD-8AE9-FAF66D151093}" dt="2026-09-15T09:59:46.562" v="113" actId="20577"/>
        <pc:sldMkLst>
          <pc:docMk/>
          <pc:sldMk cId="1869875426" sldId="260"/>
        </pc:sldMkLst>
        <pc:spChg chg="mod">
          <ac:chgData name="TSP MADHURI" userId="d5baabbced009fe2" providerId="LiveId" clId="{5C1935DC-7BAA-4BFD-8AE9-FAF66D151093}" dt="2026-09-15T09:59:46.562" v="113" actId="20577"/>
          <ac:spMkLst>
            <pc:docMk/>
            <pc:sldMk cId="1869875426" sldId="260"/>
            <ac:spMk id="2" creationId="{C73BDDFB-DFEC-7A21-D889-17965A225820}"/>
          </ac:spMkLst>
        </pc:spChg>
      </pc:sldChg>
      <pc:sldChg chg="modSp new mod ord">
        <pc:chgData name="TSP MADHURI" userId="d5baabbced009fe2" providerId="LiveId" clId="{5C1935DC-7BAA-4BFD-8AE9-FAF66D151093}" dt="2026-09-15T10:00:14.865" v="149"/>
        <pc:sldMkLst>
          <pc:docMk/>
          <pc:sldMk cId="3980090555" sldId="261"/>
        </pc:sldMkLst>
        <pc:spChg chg="mod">
          <ac:chgData name="TSP MADHURI" userId="d5baabbced009fe2" providerId="LiveId" clId="{5C1935DC-7BAA-4BFD-8AE9-FAF66D151093}" dt="2026-09-15T10:00:08.859" v="147" actId="20577"/>
          <ac:spMkLst>
            <pc:docMk/>
            <pc:sldMk cId="3980090555" sldId="261"/>
            <ac:spMk id="2" creationId="{54D4AC2B-1702-695F-E0B5-9F6550F04B7D}"/>
          </ac:spMkLst>
        </pc:spChg>
      </pc:sldChg>
      <pc:sldChg chg="modSp new mod">
        <pc:chgData name="TSP MADHURI" userId="d5baabbced009fe2" providerId="LiveId" clId="{5C1935DC-7BAA-4BFD-8AE9-FAF66D151093}" dt="2026-09-15T10:00:56.631" v="184" actId="20577"/>
        <pc:sldMkLst>
          <pc:docMk/>
          <pc:sldMk cId="1396777043" sldId="262"/>
        </pc:sldMkLst>
        <pc:spChg chg="mod">
          <ac:chgData name="TSP MADHURI" userId="d5baabbced009fe2" providerId="LiveId" clId="{5C1935DC-7BAA-4BFD-8AE9-FAF66D151093}" dt="2026-09-15T10:00:56.631" v="184" actId="20577"/>
          <ac:spMkLst>
            <pc:docMk/>
            <pc:sldMk cId="1396777043" sldId="262"/>
            <ac:spMk id="2" creationId="{BDCEF2EB-DC8E-A39F-8C45-4CB81854799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27AFC0-00B8-4117-895C-3E834B171036}" type="datetimeFigureOut">
              <a:rPr lang="en-IN" smtClean="0"/>
              <a:t>21-09-2026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3476CA-421D-4B57-8942-5762D93F1AB2}" type="slidenum">
              <a:rPr lang="en-IN" smtClean="0"/>
              <a:t>‹#›</a:t>
            </a:fld>
            <a:endParaRPr lang="en-IN"/>
          </a:p>
        </p:txBody>
      </p:sp>
    </p:spTree>
    <p:extLst>
      <p:ext uri="{BB962C8B-B14F-4D97-AF65-F5344CB8AC3E}">
        <p14:creationId xmlns:p14="http://schemas.microsoft.com/office/powerpoint/2010/main" val="3994164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5F3B8-DDEB-3931-BD30-FCDF92768BD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D0E52B7-3612-C42C-E3C4-1568700EDDB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62E2A539-9977-5E0E-CDC1-067BB186F683}"/>
              </a:ext>
            </a:extLst>
          </p:cNvPr>
          <p:cNvSpPr>
            <a:spLocks noGrp="1"/>
          </p:cNvSpPr>
          <p:nvPr>
            <p:ph type="dt" sz="half" idx="10"/>
          </p:nvPr>
        </p:nvSpPr>
        <p:spPr/>
        <p:txBody>
          <a:bodyPr/>
          <a:lstStyle/>
          <a:p>
            <a:fld id="{16F549C3-E12B-4CC2-9FA1-D4C0643B7241}" type="datetime1">
              <a:rPr lang="en-IN" smtClean="0"/>
              <a:t>21-09-2026</a:t>
            </a:fld>
            <a:endParaRPr lang="en-IN"/>
          </a:p>
        </p:txBody>
      </p:sp>
      <p:sp>
        <p:nvSpPr>
          <p:cNvPr id="5" name="Footer Placeholder 4">
            <a:extLst>
              <a:ext uri="{FF2B5EF4-FFF2-40B4-BE49-F238E27FC236}">
                <a16:creationId xmlns:a16="http://schemas.microsoft.com/office/drawing/2014/main" id="{8DC91C38-BEF3-AA2E-ACFE-DCF1543BE03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71CB7FA-8196-F586-E960-B5BAE429FE29}"/>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EEB3F1FD-0147-797C-0ED6-E694A2BD62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3055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D259C4-DC4A-CF70-25D2-F39535A1F7B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CA6C27E-0A06-D409-8884-852E74A2946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67AC31F-7BFD-CA38-00A7-A2FD01A09849}"/>
              </a:ext>
            </a:extLst>
          </p:cNvPr>
          <p:cNvSpPr>
            <a:spLocks noGrp="1"/>
          </p:cNvSpPr>
          <p:nvPr>
            <p:ph type="dt" sz="half" idx="10"/>
          </p:nvPr>
        </p:nvSpPr>
        <p:spPr/>
        <p:txBody>
          <a:bodyPr/>
          <a:lstStyle/>
          <a:p>
            <a:fld id="{07DE2E10-B9C9-4696-8C2C-567691D9BBFD}" type="datetime1">
              <a:rPr lang="en-IN" smtClean="0"/>
              <a:t>21-09-2026</a:t>
            </a:fld>
            <a:endParaRPr lang="en-IN"/>
          </a:p>
        </p:txBody>
      </p:sp>
      <p:sp>
        <p:nvSpPr>
          <p:cNvPr id="5" name="Footer Placeholder 4">
            <a:extLst>
              <a:ext uri="{FF2B5EF4-FFF2-40B4-BE49-F238E27FC236}">
                <a16:creationId xmlns:a16="http://schemas.microsoft.com/office/drawing/2014/main" id="{8E415AD4-5B3F-78FD-DE66-C3F50AC63A9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80549F-8592-A2F0-A7A6-A1C45E9E6C7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5381CCB4-DDFA-058A-AE03-5A3CFCA9F8C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762151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EAB08-E23E-771E-1FDE-DC7851594F4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CC036FC1-1DB6-A8A4-C315-834C3FFCFEB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565D3F-93C4-BE6A-B0D8-5AFF3E69AF83}"/>
              </a:ext>
            </a:extLst>
          </p:cNvPr>
          <p:cNvSpPr>
            <a:spLocks noGrp="1"/>
          </p:cNvSpPr>
          <p:nvPr>
            <p:ph type="dt" sz="half" idx="10"/>
          </p:nvPr>
        </p:nvSpPr>
        <p:spPr/>
        <p:txBody>
          <a:bodyPr/>
          <a:lstStyle/>
          <a:p>
            <a:fld id="{6E4BF378-8F16-492D-87B3-963C20ACF441}" type="datetime1">
              <a:rPr lang="en-IN" smtClean="0"/>
              <a:t>21-09-2026</a:t>
            </a:fld>
            <a:endParaRPr lang="en-IN"/>
          </a:p>
        </p:txBody>
      </p:sp>
      <p:sp>
        <p:nvSpPr>
          <p:cNvPr id="5" name="Footer Placeholder 4">
            <a:extLst>
              <a:ext uri="{FF2B5EF4-FFF2-40B4-BE49-F238E27FC236}">
                <a16:creationId xmlns:a16="http://schemas.microsoft.com/office/drawing/2014/main" id="{7112169B-9903-41C3-CC1A-A773A925D66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BACC6B5-6988-9DF9-8223-C5EB677C938B}"/>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2E3DABBD-F85F-360C-A546-D5E0B92597C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18542563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F988FF-7E75-1B89-7C11-7B6C180BDEB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38E0077-B676-7850-AAD4-77689FB5B44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9DE4118E-9650-EED0-1592-D4AD00CF464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DBDD1BDD-D86C-6A53-CEF7-1AEC9AB1AA53}"/>
              </a:ext>
            </a:extLst>
          </p:cNvPr>
          <p:cNvSpPr>
            <a:spLocks noGrp="1"/>
          </p:cNvSpPr>
          <p:nvPr>
            <p:ph type="dt" sz="half" idx="10"/>
          </p:nvPr>
        </p:nvSpPr>
        <p:spPr/>
        <p:txBody>
          <a:bodyPr/>
          <a:lstStyle/>
          <a:p>
            <a:fld id="{2C79781E-9150-4561-9F7C-01394C55C5AE}" type="datetime1">
              <a:rPr lang="en-IN" smtClean="0"/>
              <a:t>21-09-2026</a:t>
            </a:fld>
            <a:endParaRPr lang="en-IN"/>
          </a:p>
        </p:txBody>
      </p:sp>
      <p:sp>
        <p:nvSpPr>
          <p:cNvPr id="6" name="Footer Placeholder 5">
            <a:extLst>
              <a:ext uri="{FF2B5EF4-FFF2-40B4-BE49-F238E27FC236}">
                <a16:creationId xmlns:a16="http://schemas.microsoft.com/office/drawing/2014/main" id="{30B15FF2-A4C5-135F-9FA1-A00A6BF9A0B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D2FB8AA-FC6D-B278-7FFF-C52EF4307992}"/>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9" name="Picture 8">
            <a:extLst>
              <a:ext uri="{FF2B5EF4-FFF2-40B4-BE49-F238E27FC236}">
                <a16:creationId xmlns:a16="http://schemas.microsoft.com/office/drawing/2014/main" id="{D3064E1C-D746-419C-5FE6-033B95CAC3C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993261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1CC900-8F42-8A20-E378-434465ED27C6}"/>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DEDDB5D6-6D80-913C-77A3-83E1C27571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D7E712-FB4A-DBE7-7EE8-B34465C755B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94FC7C92-E667-0F30-6C26-267F10CBCB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331715A-AF86-785C-73F2-00FF9D5D321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501D6D5-269C-31AC-CC40-917E0E24679C}"/>
              </a:ext>
            </a:extLst>
          </p:cNvPr>
          <p:cNvSpPr>
            <a:spLocks noGrp="1"/>
          </p:cNvSpPr>
          <p:nvPr>
            <p:ph type="dt" sz="half" idx="10"/>
          </p:nvPr>
        </p:nvSpPr>
        <p:spPr/>
        <p:txBody>
          <a:bodyPr/>
          <a:lstStyle/>
          <a:p>
            <a:fld id="{CEF12896-961F-4F7A-B2DD-D0EFF57BA027}" type="datetime1">
              <a:rPr lang="en-IN" smtClean="0"/>
              <a:t>21-09-2026</a:t>
            </a:fld>
            <a:endParaRPr lang="en-IN"/>
          </a:p>
        </p:txBody>
      </p:sp>
      <p:sp>
        <p:nvSpPr>
          <p:cNvPr id="8" name="Footer Placeholder 7">
            <a:extLst>
              <a:ext uri="{FF2B5EF4-FFF2-40B4-BE49-F238E27FC236}">
                <a16:creationId xmlns:a16="http://schemas.microsoft.com/office/drawing/2014/main" id="{1D0DFF97-DB90-A3DC-1A5F-E041ABA4F513}"/>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11DFEC1F-4C0D-B461-B76D-FAFE7A86BA16}"/>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11" name="Picture 10">
            <a:extLst>
              <a:ext uri="{FF2B5EF4-FFF2-40B4-BE49-F238E27FC236}">
                <a16:creationId xmlns:a16="http://schemas.microsoft.com/office/drawing/2014/main" id="{B0D765FD-6DB7-1155-27BC-BD0DB452993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34601334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9FB57-0CBB-0AA3-9BF0-2ED23379724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0B2CE64-C359-3445-7AB9-29DE8577C0B3}"/>
              </a:ext>
            </a:extLst>
          </p:cNvPr>
          <p:cNvSpPr>
            <a:spLocks noGrp="1"/>
          </p:cNvSpPr>
          <p:nvPr>
            <p:ph type="dt" sz="half" idx="10"/>
          </p:nvPr>
        </p:nvSpPr>
        <p:spPr/>
        <p:txBody>
          <a:bodyPr/>
          <a:lstStyle/>
          <a:p>
            <a:fld id="{48F51132-6BA4-40BC-AB03-D6B9C4F193FC}" type="datetime1">
              <a:rPr lang="en-IN" smtClean="0"/>
              <a:t>21-09-2026</a:t>
            </a:fld>
            <a:endParaRPr lang="en-IN"/>
          </a:p>
        </p:txBody>
      </p:sp>
      <p:sp>
        <p:nvSpPr>
          <p:cNvPr id="4" name="Footer Placeholder 3">
            <a:extLst>
              <a:ext uri="{FF2B5EF4-FFF2-40B4-BE49-F238E27FC236}">
                <a16:creationId xmlns:a16="http://schemas.microsoft.com/office/drawing/2014/main" id="{5C63F73F-0420-C605-3EFF-74CBBE1B751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46EE44D-529C-1AC9-123B-7EBF53FA6E5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7" name="Picture 6">
            <a:extLst>
              <a:ext uri="{FF2B5EF4-FFF2-40B4-BE49-F238E27FC236}">
                <a16:creationId xmlns:a16="http://schemas.microsoft.com/office/drawing/2014/main" id="{F4A6640D-01A3-9B0C-80EF-F10DE422076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463580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6479728-5FED-202E-6651-A7474C32A850}"/>
              </a:ext>
            </a:extLst>
          </p:cNvPr>
          <p:cNvSpPr>
            <a:spLocks noGrp="1"/>
          </p:cNvSpPr>
          <p:nvPr>
            <p:ph type="dt" sz="half" idx="10"/>
          </p:nvPr>
        </p:nvSpPr>
        <p:spPr/>
        <p:txBody>
          <a:bodyPr/>
          <a:lstStyle/>
          <a:p>
            <a:fld id="{2FD85D5E-B9E5-4C7E-88B1-43A66A7C3488}" type="datetime1">
              <a:rPr lang="en-IN" smtClean="0"/>
              <a:t>21-09-2026</a:t>
            </a:fld>
            <a:endParaRPr lang="en-IN"/>
          </a:p>
        </p:txBody>
      </p:sp>
      <p:sp>
        <p:nvSpPr>
          <p:cNvPr id="3" name="Footer Placeholder 2">
            <a:extLst>
              <a:ext uri="{FF2B5EF4-FFF2-40B4-BE49-F238E27FC236}">
                <a16:creationId xmlns:a16="http://schemas.microsoft.com/office/drawing/2014/main" id="{C7F6D777-ECC4-1DAB-81FF-7D7AF3FF3992}"/>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B5B56A1D-0096-D4B4-2B11-1CDFE3317B73}"/>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6" name="Picture 5">
            <a:extLst>
              <a:ext uri="{FF2B5EF4-FFF2-40B4-BE49-F238E27FC236}">
                <a16:creationId xmlns:a16="http://schemas.microsoft.com/office/drawing/2014/main" id="{0260B416-1EF4-3CD6-8E26-DC636E7B37F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14711296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7E5010-2418-091A-429D-37E400ABA5E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3A991DC8-3F06-BF0E-8109-8C1FEDEAD6B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E3544A7E-4423-60E2-E6E9-AAF09976D0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9B3B07B-D8E2-C0AA-F7E4-545DF97910A6}"/>
              </a:ext>
            </a:extLst>
          </p:cNvPr>
          <p:cNvSpPr>
            <a:spLocks noGrp="1"/>
          </p:cNvSpPr>
          <p:nvPr>
            <p:ph type="dt" sz="half" idx="10"/>
          </p:nvPr>
        </p:nvSpPr>
        <p:spPr/>
        <p:txBody>
          <a:bodyPr/>
          <a:lstStyle/>
          <a:p>
            <a:fld id="{97DBE2A2-8283-469E-B4A1-D6877668ECFE}" type="datetime1">
              <a:rPr lang="en-IN" smtClean="0"/>
              <a:t>21-09-2026</a:t>
            </a:fld>
            <a:endParaRPr lang="en-IN"/>
          </a:p>
        </p:txBody>
      </p:sp>
      <p:sp>
        <p:nvSpPr>
          <p:cNvPr id="6" name="Footer Placeholder 5">
            <a:extLst>
              <a:ext uri="{FF2B5EF4-FFF2-40B4-BE49-F238E27FC236}">
                <a16:creationId xmlns:a16="http://schemas.microsoft.com/office/drawing/2014/main" id="{D8FB3DF0-CC05-0B05-24D9-6663B5E1192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DAB53E2-0205-A987-5D45-0DFC51D895EB}"/>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9" name="Picture 8">
            <a:extLst>
              <a:ext uri="{FF2B5EF4-FFF2-40B4-BE49-F238E27FC236}">
                <a16:creationId xmlns:a16="http://schemas.microsoft.com/office/drawing/2014/main" id="{AE6F4A6A-FE20-C82E-95DD-FA2A5FCB0B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93727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B7E51-2E25-5BFC-2696-794A224B6A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A3F9DC63-25C2-8B4F-3683-6B0A9BC7564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54EBA80-D1E6-9786-229E-B9B70D9BDF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A0DED29-F47E-2534-AFB4-003A8091ABF4}"/>
              </a:ext>
            </a:extLst>
          </p:cNvPr>
          <p:cNvSpPr>
            <a:spLocks noGrp="1"/>
          </p:cNvSpPr>
          <p:nvPr>
            <p:ph type="dt" sz="half" idx="10"/>
          </p:nvPr>
        </p:nvSpPr>
        <p:spPr/>
        <p:txBody>
          <a:bodyPr/>
          <a:lstStyle/>
          <a:p>
            <a:fld id="{FD50A723-EDD4-4822-84BE-4B7F697B4E56}" type="datetime1">
              <a:rPr lang="en-IN" smtClean="0"/>
              <a:t>21-09-2026</a:t>
            </a:fld>
            <a:endParaRPr lang="en-IN"/>
          </a:p>
        </p:txBody>
      </p:sp>
      <p:sp>
        <p:nvSpPr>
          <p:cNvPr id="6" name="Footer Placeholder 5">
            <a:extLst>
              <a:ext uri="{FF2B5EF4-FFF2-40B4-BE49-F238E27FC236}">
                <a16:creationId xmlns:a16="http://schemas.microsoft.com/office/drawing/2014/main" id="{06E6DE89-3F60-1B9B-0597-F389CAA72F3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340B78F6-7EC0-BF15-5CA1-F0159D796384}"/>
              </a:ext>
            </a:extLst>
          </p:cNvPr>
          <p:cNvSpPr>
            <a:spLocks noGrp="1"/>
          </p:cNvSpPr>
          <p:nvPr>
            <p:ph type="sldNum" sz="quarter" idx="12"/>
          </p:nvPr>
        </p:nvSpPr>
        <p:spPr/>
        <p:txBody>
          <a:bodyPr/>
          <a:lstStyle/>
          <a:p>
            <a:fld id="{CB012AB6-14AF-4351-87AD-D420B05274E1}" type="slidenum">
              <a:rPr lang="en-IN" smtClean="0"/>
              <a:t>‹#›</a:t>
            </a:fld>
            <a:endParaRPr lang="en-IN"/>
          </a:p>
        </p:txBody>
      </p:sp>
    </p:spTree>
    <p:extLst>
      <p:ext uri="{BB962C8B-B14F-4D97-AF65-F5344CB8AC3E}">
        <p14:creationId xmlns:p14="http://schemas.microsoft.com/office/powerpoint/2010/main" val="16282565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38785-1FEB-0757-FEC8-6AA1CB86C53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AD94473-1718-0D76-22B7-33E82D611F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19B1E2-29EC-2F2E-B362-55E80C4D0828}"/>
              </a:ext>
            </a:extLst>
          </p:cNvPr>
          <p:cNvSpPr>
            <a:spLocks noGrp="1"/>
          </p:cNvSpPr>
          <p:nvPr>
            <p:ph type="dt" sz="half" idx="10"/>
          </p:nvPr>
        </p:nvSpPr>
        <p:spPr/>
        <p:txBody>
          <a:bodyPr/>
          <a:lstStyle/>
          <a:p>
            <a:fld id="{6B848764-2CC6-431B-B501-1DF197EE73CC}" type="datetime1">
              <a:rPr lang="en-IN" smtClean="0"/>
              <a:t>21-09-2026</a:t>
            </a:fld>
            <a:endParaRPr lang="en-IN"/>
          </a:p>
        </p:txBody>
      </p:sp>
      <p:sp>
        <p:nvSpPr>
          <p:cNvPr id="5" name="Footer Placeholder 4">
            <a:extLst>
              <a:ext uri="{FF2B5EF4-FFF2-40B4-BE49-F238E27FC236}">
                <a16:creationId xmlns:a16="http://schemas.microsoft.com/office/drawing/2014/main" id="{2B36D9E9-31F7-01F5-C19A-438C4077360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4EE1B4F-5C80-EFB0-BA9F-8F17B8444B09}"/>
              </a:ext>
            </a:extLst>
          </p:cNvPr>
          <p:cNvSpPr>
            <a:spLocks noGrp="1"/>
          </p:cNvSpPr>
          <p:nvPr>
            <p:ph type="sldNum" sz="quarter" idx="12"/>
          </p:nvPr>
        </p:nvSpPr>
        <p:spPr/>
        <p:txBody>
          <a:bodyPr/>
          <a:lstStyle/>
          <a:p>
            <a:fld id="{CB012AB6-14AF-4351-87AD-D420B05274E1}" type="slidenum">
              <a:rPr lang="en-IN" smtClean="0"/>
              <a:t>‹#›</a:t>
            </a:fld>
            <a:endParaRPr lang="en-IN"/>
          </a:p>
        </p:txBody>
      </p:sp>
      <p:pic>
        <p:nvPicPr>
          <p:cNvPr id="8" name="Picture 7">
            <a:extLst>
              <a:ext uri="{FF2B5EF4-FFF2-40B4-BE49-F238E27FC236}">
                <a16:creationId xmlns:a16="http://schemas.microsoft.com/office/drawing/2014/main" id="{A32412BD-D800-391F-9FB6-159E83E74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4025" y="-164593"/>
            <a:ext cx="1215279" cy="1122363"/>
          </a:xfrm>
          <a:prstGeom prst="rect">
            <a:avLst/>
          </a:prstGeom>
        </p:spPr>
      </p:pic>
    </p:spTree>
    <p:extLst>
      <p:ext uri="{BB962C8B-B14F-4D97-AF65-F5344CB8AC3E}">
        <p14:creationId xmlns:p14="http://schemas.microsoft.com/office/powerpoint/2010/main" val="21078465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C43F02-0084-480F-2BA3-75A1C0102C1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7B22D9D-B106-6765-76CF-C9843EC19F4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A262E0-081B-BE3A-F92B-73DE583EDA72}"/>
              </a:ext>
            </a:extLst>
          </p:cNvPr>
          <p:cNvSpPr>
            <a:spLocks noGrp="1"/>
          </p:cNvSpPr>
          <p:nvPr>
            <p:ph type="dt" sz="half" idx="10"/>
          </p:nvPr>
        </p:nvSpPr>
        <p:spPr/>
        <p:txBody>
          <a:bodyPr/>
          <a:lstStyle/>
          <a:p>
            <a:fld id="{9C5EEFFA-3959-41FE-A774-B9B27FD8983C}" type="datetime1">
              <a:rPr lang="en-IN" smtClean="0"/>
              <a:t>21-09-2026</a:t>
            </a:fld>
            <a:endParaRPr lang="en-IN"/>
          </a:p>
        </p:txBody>
      </p:sp>
      <p:sp>
        <p:nvSpPr>
          <p:cNvPr id="5" name="Footer Placeholder 4">
            <a:extLst>
              <a:ext uri="{FF2B5EF4-FFF2-40B4-BE49-F238E27FC236}">
                <a16:creationId xmlns:a16="http://schemas.microsoft.com/office/drawing/2014/main" id="{2B69D4DC-613B-8105-F661-A37BB2AD0F1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A246AAE-21DC-2AE1-CF07-91F73A4DFA13}"/>
              </a:ext>
            </a:extLst>
          </p:cNvPr>
          <p:cNvSpPr>
            <a:spLocks noGrp="1"/>
          </p:cNvSpPr>
          <p:nvPr>
            <p:ph type="sldNum" sz="quarter" idx="12"/>
          </p:nvPr>
        </p:nvSpPr>
        <p:spPr/>
        <p:txBody>
          <a:bodyPr/>
          <a:lstStyle/>
          <a:p>
            <a:fld id="{CB012AB6-14AF-4351-87AD-D420B05274E1}" type="slidenum">
              <a:rPr lang="en-IN" smtClean="0"/>
              <a:t>‹#›</a:t>
            </a:fld>
            <a:endParaRPr lang="en-IN"/>
          </a:p>
        </p:txBody>
      </p:sp>
    </p:spTree>
    <p:extLst>
      <p:ext uri="{BB962C8B-B14F-4D97-AF65-F5344CB8AC3E}">
        <p14:creationId xmlns:p14="http://schemas.microsoft.com/office/powerpoint/2010/main" val="16835440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948038-F901-EAD1-D5DB-03603E896C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17E2A14-F9FA-9B0B-5AA7-D785E09BAF5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6FE56813-B660-C26F-CFEF-AF22C547FCF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0F4BF4-0D93-4F1E-82BB-778F1EDDD45F}" type="datetime1">
              <a:rPr lang="en-IN" smtClean="0"/>
              <a:t>21-09-2026</a:t>
            </a:fld>
            <a:endParaRPr lang="en-IN"/>
          </a:p>
        </p:txBody>
      </p:sp>
      <p:sp>
        <p:nvSpPr>
          <p:cNvPr id="5" name="Footer Placeholder 4">
            <a:extLst>
              <a:ext uri="{FF2B5EF4-FFF2-40B4-BE49-F238E27FC236}">
                <a16:creationId xmlns:a16="http://schemas.microsoft.com/office/drawing/2014/main" id="{E4B697EB-16D9-74E1-1448-0CDC2807114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30C42DC9-4178-3222-F3F2-C5EC792CA7C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012AB6-14AF-4351-87AD-D420B05274E1}" type="slidenum">
              <a:rPr lang="en-IN" smtClean="0"/>
              <a:t>‹#›</a:t>
            </a:fld>
            <a:endParaRPr lang="en-IN"/>
          </a:p>
        </p:txBody>
      </p:sp>
    </p:spTree>
    <p:extLst>
      <p:ext uri="{BB962C8B-B14F-4D97-AF65-F5344CB8AC3E}">
        <p14:creationId xmlns:p14="http://schemas.microsoft.com/office/powerpoint/2010/main" val="34934814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0CCFF-527E-4AC9-A45F-A8196F49E0C3}"/>
              </a:ext>
            </a:extLst>
          </p:cNvPr>
          <p:cNvSpPr>
            <a:spLocks noGrp="1"/>
          </p:cNvSpPr>
          <p:nvPr>
            <p:ph type="ctrTitle"/>
          </p:nvPr>
        </p:nvSpPr>
        <p:spPr/>
        <p:txBody>
          <a:bodyPr/>
          <a:lstStyle/>
          <a:p>
            <a:r>
              <a:rPr lang="en-IN" dirty="0"/>
              <a:t>Airport Flight Board &amp; Scheduler</a:t>
            </a:r>
          </a:p>
        </p:txBody>
      </p:sp>
      <p:sp>
        <p:nvSpPr>
          <p:cNvPr id="3" name="Subtitle 2">
            <a:extLst>
              <a:ext uri="{FF2B5EF4-FFF2-40B4-BE49-F238E27FC236}">
                <a16:creationId xmlns:a16="http://schemas.microsoft.com/office/drawing/2014/main" id="{A452AC95-AA7D-A76A-037F-6B2DB5A27E48}"/>
              </a:ext>
            </a:extLst>
          </p:cNvPr>
          <p:cNvSpPr>
            <a:spLocks noGrp="1"/>
          </p:cNvSpPr>
          <p:nvPr>
            <p:ph type="subTitle" idx="1"/>
          </p:nvPr>
        </p:nvSpPr>
        <p:spPr/>
        <p:txBody>
          <a:bodyPr/>
          <a:lstStyle/>
          <a:p>
            <a:r>
              <a:rPr lang="en-IN" dirty="0"/>
              <a:t>Dheeraj Jasti	2620030644</a:t>
            </a:r>
          </a:p>
          <a:p>
            <a:r>
              <a:rPr lang="en-IN" dirty="0"/>
              <a:t>Shashank Varma	2620030229</a:t>
            </a:r>
          </a:p>
          <a:p>
            <a:endParaRPr lang="en-IN" dirty="0"/>
          </a:p>
        </p:txBody>
      </p:sp>
      <p:sp>
        <p:nvSpPr>
          <p:cNvPr id="8" name="Date Placeholder 7">
            <a:extLst>
              <a:ext uri="{FF2B5EF4-FFF2-40B4-BE49-F238E27FC236}">
                <a16:creationId xmlns:a16="http://schemas.microsoft.com/office/drawing/2014/main" id="{EFCDBBB2-97B1-B1CE-72F7-62625B779167}"/>
              </a:ext>
            </a:extLst>
          </p:cNvPr>
          <p:cNvSpPr>
            <a:spLocks noGrp="1"/>
          </p:cNvSpPr>
          <p:nvPr>
            <p:ph type="dt" sz="half" idx="10"/>
          </p:nvPr>
        </p:nvSpPr>
        <p:spPr/>
        <p:txBody>
          <a:bodyPr/>
          <a:lstStyle/>
          <a:p>
            <a:fld id="{F2B7D318-FBF5-482E-BB10-69D54EA53D7B}" type="datetime1">
              <a:rPr lang="en-IN" smtClean="0"/>
              <a:t>21-09-2026</a:t>
            </a:fld>
            <a:endParaRPr lang="en-IN"/>
          </a:p>
        </p:txBody>
      </p:sp>
      <p:sp>
        <p:nvSpPr>
          <p:cNvPr id="9" name="Slide Number Placeholder 8">
            <a:extLst>
              <a:ext uri="{FF2B5EF4-FFF2-40B4-BE49-F238E27FC236}">
                <a16:creationId xmlns:a16="http://schemas.microsoft.com/office/drawing/2014/main" id="{147EDCEF-417A-3750-BB67-C2592E7FAAA6}"/>
              </a:ext>
            </a:extLst>
          </p:cNvPr>
          <p:cNvSpPr>
            <a:spLocks noGrp="1"/>
          </p:cNvSpPr>
          <p:nvPr>
            <p:ph type="sldNum" sz="quarter" idx="12"/>
          </p:nvPr>
        </p:nvSpPr>
        <p:spPr/>
        <p:txBody>
          <a:bodyPr/>
          <a:lstStyle/>
          <a:p>
            <a:fld id="{CB012AB6-14AF-4351-87AD-D420B05274E1}" type="slidenum">
              <a:rPr lang="en-IN" smtClean="0"/>
              <a:t>1</a:t>
            </a:fld>
            <a:endParaRPr lang="en-IN"/>
          </a:p>
        </p:txBody>
      </p:sp>
    </p:spTree>
    <p:extLst>
      <p:ext uri="{BB962C8B-B14F-4D97-AF65-F5344CB8AC3E}">
        <p14:creationId xmlns:p14="http://schemas.microsoft.com/office/powerpoint/2010/main" val="15707500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71AF3-F02C-0F4C-0929-57F8B753540D}"/>
              </a:ext>
            </a:extLst>
          </p:cNvPr>
          <p:cNvSpPr>
            <a:spLocks noGrp="1"/>
          </p:cNvSpPr>
          <p:nvPr>
            <p:ph type="title"/>
          </p:nvPr>
        </p:nvSpPr>
        <p:spPr/>
        <p:txBody>
          <a:bodyPr/>
          <a:lstStyle/>
          <a:p>
            <a:r>
              <a:rPr lang="en-IN" dirty="0"/>
              <a:t>Abstract</a:t>
            </a:r>
          </a:p>
        </p:txBody>
      </p:sp>
      <p:sp>
        <p:nvSpPr>
          <p:cNvPr id="3" name="Content Placeholder 2">
            <a:extLst>
              <a:ext uri="{FF2B5EF4-FFF2-40B4-BE49-F238E27FC236}">
                <a16:creationId xmlns:a16="http://schemas.microsoft.com/office/drawing/2014/main" id="{D4712F73-2B13-AB30-C0D8-CBA5CE269654}"/>
              </a:ext>
            </a:extLst>
          </p:cNvPr>
          <p:cNvSpPr>
            <a:spLocks noGrp="1"/>
          </p:cNvSpPr>
          <p:nvPr>
            <p:ph idx="1"/>
          </p:nvPr>
        </p:nvSpPr>
        <p:spPr/>
        <p:txBody>
          <a:bodyPr>
            <a:normAutofit/>
          </a:bodyPr>
          <a:lstStyle/>
          <a:p>
            <a:pPr marL="0" indent="0">
              <a:lnSpc>
                <a:spcPct val="105000"/>
              </a:lnSpc>
              <a:spcAft>
                <a:spcPts val="800"/>
              </a:spcAft>
              <a:buNone/>
            </a:pPr>
            <a:r>
              <a:rPr lang="en-US" sz="1400" dirty="0"/>
              <a:t>The Airport Flight Board &amp; Scheduler is basically a system for automating how an airport keeps track of flight info, gate assignments, and scheduling. A lot of airports still do this stuff manually with fixed displays, and honestly that's slow and prone to mistakes — it's hard to keep everything synced once things start changing last minute. So instead, this project puts everything in one centralized place where flight records can be managed and real-time status can actually be shown properly.</a:t>
            </a:r>
          </a:p>
          <a:p>
            <a:pPr marL="0" indent="0">
              <a:lnSpc>
                <a:spcPct val="105000"/>
              </a:lnSpc>
              <a:spcAft>
                <a:spcPts val="800"/>
              </a:spcAft>
              <a:buNone/>
            </a:pPr>
            <a:r>
              <a:rPr lang="en-US" sz="1400" dirty="0"/>
              <a:t>Admins can add, update, search, and remove flight records — stuff like flight number, airline, source, destination, scheduled time, gate number, and status all gets tracked for each one. The system also handles gate scheduling, so if two flights somehow end up assigned overlapping gate times, it'll flag that as a conflict instead of letting it slide. On the user side it's simpler: search for a flight, or just look at the board, which keeps updating on its own with arrivals, departures, and delays.</a:t>
            </a:r>
          </a:p>
          <a:p>
            <a:pPr marL="0" indent="0">
              <a:lnSpc>
                <a:spcPct val="105000"/>
              </a:lnSpc>
              <a:spcAft>
                <a:spcPts val="800"/>
              </a:spcAft>
              <a:buNone/>
            </a:pPr>
            <a:r>
              <a:rPr lang="en-US" sz="1400" dirty="0"/>
              <a:t>Since most of this is automated, there's less room for manual error, it saves time, and the flight info just ends up more accurate overall. It's also just easier to track schedules and pull reports whenever they're actually needed, instead of digging through paperwork. This could be built as a console app or a full GUI — either works — and down the line it could be extended with stuff like automatic delay notifications, real-time refresh, or role-based access so different staff see different things. At the end of the day, this is really just about making airport flight operations a bit simpler and more reliable to manage.</a:t>
            </a:r>
          </a:p>
        </p:txBody>
      </p:sp>
      <p:sp>
        <p:nvSpPr>
          <p:cNvPr id="4" name="Date Placeholder 3">
            <a:extLst>
              <a:ext uri="{FF2B5EF4-FFF2-40B4-BE49-F238E27FC236}">
                <a16:creationId xmlns:a16="http://schemas.microsoft.com/office/drawing/2014/main" id="{6F8055FA-8EC1-0FDC-21CB-845F9016C706}"/>
              </a:ext>
            </a:extLst>
          </p:cNvPr>
          <p:cNvSpPr>
            <a:spLocks noGrp="1"/>
          </p:cNvSpPr>
          <p:nvPr>
            <p:ph type="dt" sz="half" idx="10"/>
          </p:nvPr>
        </p:nvSpPr>
        <p:spPr/>
        <p:txBody>
          <a:bodyPr/>
          <a:lstStyle/>
          <a:p>
            <a:fld id="{91D819AD-E7C0-4450-A29A-C3AB3AFFF6BF}" type="datetime1">
              <a:rPr lang="en-IN" smtClean="0"/>
              <a:t>21-09-2026</a:t>
            </a:fld>
            <a:endParaRPr lang="en-IN"/>
          </a:p>
        </p:txBody>
      </p:sp>
      <p:sp>
        <p:nvSpPr>
          <p:cNvPr id="5" name="Slide Number Placeholder 4">
            <a:extLst>
              <a:ext uri="{FF2B5EF4-FFF2-40B4-BE49-F238E27FC236}">
                <a16:creationId xmlns:a16="http://schemas.microsoft.com/office/drawing/2014/main" id="{229CFF38-D9B5-1B3E-0EC5-08CA2C2137B8}"/>
              </a:ext>
            </a:extLst>
          </p:cNvPr>
          <p:cNvSpPr>
            <a:spLocks noGrp="1"/>
          </p:cNvSpPr>
          <p:nvPr>
            <p:ph type="sldNum" sz="quarter" idx="12"/>
          </p:nvPr>
        </p:nvSpPr>
        <p:spPr/>
        <p:txBody>
          <a:bodyPr/>
          <a:lstStyle/>
          <a:p>
            <a:fld id="{CB012AB6-14AF-4351-87AD-D420B05274E1}" type="slidenum">
              <a:rPr lang="en-IN" smtClean="0"/>
              <a:t>2</a:t>
            </a:fld>
            <a:endParaRPr lang="en-IN"/>
          </a:p>
        </p:txBody>
      </p:sp>
    </p:spTree>
    <p:extLst>
      <p:ext uri="{BB962C8B-B14F-4D97-AF65-F5344CB8AC3E}">
        <p14:creationId xmlns:p14="http://schemas.microsoft.com/office/powerpoint/2010/main" val="6763380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D4AC2B-1702-695F-E0B5-9F6550F04B7D}"/>
              </a:ext>
            </a:extLst>
          </p:cNvPr>
          <p:cNvSpPr>
            <a:spLocks noGrp="1"/>
          </p:cNvSpPr>
          <p:nvPr>
            <p:ph type="title"/>
          </p:nvPr>
        </p:nvSpPr>
        <p:spPr/>
        <p:txBody>
          <a:bodyPr/>
          <a:lstStyle/>
          <a:p>
            <a:r>
              <a:rPr lang="en-IN" dirty="0"/>
              <a:t>Understanding Problem Statement</a:t>
            </a:r>
          </a:p>
        </p:txBody>
      </p:sp>
      <p:sp>
        <p:nvSpPr>
          <p:cNvPr id="3" name="Content Placeholder 2">
            <a:extLst>
              <a:ext uri="{FF2B5EF4-FFF2-40B4-BE49-F238E27FC236}">
                <a16:creationId xmlns:a16="http://schemas.microsoft.com/office/drawing/2014/main" id="{B7ACF377-DEED-0D67-3271-7CBBBC860DA8}"/>
              </a:ext>
            </a:extLst>
          </p:cNvPr>
          <p:cNvSpPr>
            <a:spLocks noGrp="1"/>
          </p:cNvSpPr>
          <p:nvPr>
            <p:ph idx="1"/>
          </p:nvPr>
        </p:nvSpPr>
        <p:spPr/>
        <p:txBody>
          <a:bodyPr>
            <a:normAutofit/>
          </a:bodyPr>
          <a:lstStyle/>
          <a:p>
            <a:r>
              <a:rPr lang="en-US" sz="1900" dirty="0"/>
              <a:t>Most airports still track flights, gates, and schedules manually on fixed physical displays.</a:t>
            </a:r>
          </a:p>
          <a:p>
            <a:r>
              <a:rPr lang="en-US" sz="1900" dirty="0"/>
              <a:t>Manual updates are slow and cannot keep pace with last-minute changes such as delays or gate swaps.</a:t>
            </a:r>
          </a:p>
          <a:p>
            <a:r>
              <a:rPr lang="en-US" sz="1900" dirty="0"/>
              <a:t>There is no automatic check for gate-time conflicts, so two flights can end up assigned overlapping slots.</a:t>
            </a:r>
          </a:p>
          <a:p>
            <a:r>
              <a:rPr lang="en-US" sz="1900" dirty="0"/>
              <a:t>Searching for a specific flight or generating a schedule report means digging through paperwork or disconnected records.</a:t>
            </a:r>
          </a:p>
          <a:p>
            <a:r>
              <a:rPr lang="en-US" sz="1900" dirty="0"/>
              <a:t>Information shown to passengers and staff can fall out of sync across different displays and desks.</a:t>
            </a:r>
          </a:p>
          <a:p>
            <a:r>
              <a:rPr lang="en-US" sz="1900" dirty="0"/>
              <a:t>Goal: build a single, centralized system that manages flight records, detects gate conflicts automatically, and shows a live, self-updating flight board.</a:t>
            </a:r>
          </a:p>
        </p:txBody>
      </p:sp>
      <p:sp>
        <p:nvSpPr>
          <p:cNvPr id="4" name="Date Placeholder 3">
            <a:extLst>
              <a:ext uri="{FF2B5EF4-FFF2-40B4-BE49-F238E27FC236}">
                <a16:creationId xmlns:a16="http://schemas.microsoft.com/office/drawing/2014/main" id="{81A350AE-3599-26AF-9C41-62ADA08AED5A}"/>
              </a:ext>
            </a:extLst>
          </p:cNvPr>
          <p:cNvSpPr>
            <a:spLocks noGrp="1"/>
          </p:cNvSpPr>
          <p:nvPr>
            <p:ph type="dt" sz="half" idx="10"/>
          </p:nvPr>
        </p:nvSpPr>
        <p:spPr/>
        <p:txBody>
          <a:bodyPr/>
          <a:lstStyle/>
          <a:p>
            <a:fld id="{204A9410-9F72-4C75-ADBD-63106BC7C7D6}" type="datetime1">
              <a:rPr lang="en-IN" smtClean="0"/>
              <a:t>21-09-2026</a:t>
            </a:fld>
            <a:endParaRPr lang="en-IN"/>
          </a:p>
        </p:txBody>
      </p:sp>
      <p:sp>
        <p:nvSpPr>
          <p:cNvPr id="5" name="Slide Number Placeholder 4">
            <a:extLst>
              <a:ext uri="{FF2B5EF4-FFF2-40B4-BE49-F238E27FC236}">
                <a16:creationId xmlns:a16="http://schemas.microsoft.com/office/drawing/2014/main" id="{4A261277-3D40-ACA2-AEC9-E9A0E9DC1318}"/>
              </a:ext>
            </a:extLst>
          </p:cNvPr>
          <p:cNvSpPr>
            <a:spLocks noGrp="1"/>
          </p:cNvSpPr>
          <p:nvPr>
            <p:ph type="sldNum" sz="quarter" idx="12"/>
          </p:nvPr>
        </p:nvSpPr>
        <p:spPr/>
        <p:txBody>
          <a:bodyPr/>
          <a:lstStyle/>
          <a:p>
            <a:fld id="{CB012AB6-14AF-4351-87AD-D420B05274E1}" type="slidenum">
              <a:rPr lang="en-IN" smtClean="0"/>
              <a:t>3</a:t>
            </a:fld>
            <a:endParaRPr lang="en-IN"/>
          </a:p>
        </p:txBody>
      </p:sp>
    </p:spTree>
    <p:extLst>
      <p:ext uri="{BB962C8B-B14F-4D97-AF65-F5344CB8AC3E}">
        <p14:creationId xmlns:p14="http://schemas.microsoft.com/office/powerpoint/2010/main" val="3980090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154CC5-4FD5-611A-4481-E878E281E2CD}"/>
              </a:ext>
            </a:extLst>
          </p:cNvPr>
          <p:cNvSpPr>
            <a:spLocks noGrp="1"/>
          </p:cNvSpPr>
          <p:nvPr>
            <p:ph type="title"/>
          </p:nvPr>
        </p:nvSpPr>
        <p:spPr/>
        <p:txBody>
          <a:bodyPr/>
          <a:lstStyle/>
          <a:p>
            <a:r>
              <a:rPr lang="en-IN" dirty="0"/>
              <a:t>CO1 Topics: Variables &amp; Data Types</a:t>
            </a:r>
          </a:p>
        </p:txBody>
      </p:sp>
      <p:sp>
        <p:nvSpPr>
          <p:cNvPr id="3" name="Content Placeholder 2">
            <a:extLst>
              <a:ext uri="{FF2B5EF4-FFF2-40B4-BE49-F238E27FC236}">
                <a16:creationId xmlns:a16="http://schemas.microsoft.com/office/drawing/2014/main" id="{9AFB5369-B8D0-CB2C-61B6-348BDF6E4004}"/>
              </a:ext>
            </a:extLst>
          </p:cNvPr>
          <p:cNvSpPr>
            <a:spLocks noGrp="1"/>
          </p:cNvSpPr>
          <p:nvPr>
            <p:ph idx="1"/>
          </p:nvPr>
        </p:nvSpPr>
        <p:spPr>
          <a:xfrm>
            <a:off x="838200" y="1825625"/>
            <a:ext cx="10515600" cy="4351338"/>
          </a:xfrm>
          <a:prstGeom prst="roundRect">
            <a:avLst>
              <a:gd name="adj" fmla="val 3000"/>
            </a:avLst>
          </a:prstGeom>
          <a:solidFill>
            <a:srgbClr val="F3F6FB"/>
          </a:solidFill>
          <a:ln w="9525">
            <a:solidFill>
              <a:srgbClr val="C9D6E8"/>
            </a:solidFill>
          </a:ln>
        </p:spPr>
        <p:txBody>
          <a:bodyPr wrap="none" lIns="182880" tIns="91440" rIns="182880" bIns="91440" anchor="t">
            <a:noAutofit/>
          </a:bodyPr>
          <a:lstStyle/>
          <a:p>
            <a:pPr marL="0" indent="0">
              <a:lnSpc>
                <a:spcPct val="100000"/>
              </a:lnSpc>
              <a:spcBef>
                <a:spcPts val="0"/>
              </a:spcBef>
              <a:spcAft>
                <a:spcPts val="300"/>
              </a:spcAft>
              <a:buNone/>
            </a:pPr>
            <a:r>
              <a:rPr lang="en-US" sz="1300" b="1" dirty="0">
                <a:solidFill>
                  <a:srgbClr val="1E2761"/>
                </a:solidFill>
              </a:rPr>
              <a:t>Topics: Variables, Data Types, Constants, Literals, Operators, Typecasting</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public class FlightDemo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a:t>
            </a:r>
          </a:p>
          <a:p>
            <a:pPr marL="0" indent="0">
              <a:lnSpc>
                <a:spcPct val="100000"/>
              </a:lnSpc>
              <a:spcBef>
                <a:spcPts val="0"/>
              </a:spcBef>
              <a:buNone/>
            </a:pPr>
            <a:endParaRPr lang="en-IN" sz="1100" dirty="0"/>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public static void main(String[] args)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int flightNo = 6202;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String airline = "IndiGo";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double fare = 4599.50;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char status = 'D';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boolean isIntl = false;               </a:t>
            </a:r>
          </a:p>
          <a:p>
            <a:pPr marL="0" indent="0">
              <a:lnSpc>
                <a:spcPct val="100000"/>
              </a:lnSpc>
              <a:spcBef>
                <a:spcPts val="0"/>
              </a:spcBef>
              <a:buNone/>
            </a:pPr>
            <a:r>
              <a:rPr lang="en-IN" sz="1100" dirty="0"/>
              <a:t>                        </a:t>
            </a:r>
            <a:r>
              <a:rPr lang="en-IN" sz="1100" dirty="0">
                <a:latin typeface="Courier New" panose="02070309020205020404" pitchFamily="49" charset="0"/>
                <a:cs typeface="Courier New" panose="02070309020205020404" pitchFamily="49" charset="0"/>
              </a:rPr>
              <a:t>String AIRPORT_CODE=“HYD”</a:t>
            </a:r>
            <a:endParaRPr lang="en-IN" sz="1100" dirty="0"/>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int delay = 25 + 10;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boolean isDelayed = delay &gt; 0;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boolean canBoard = isDelayed &amp;&amp; !isIntl; </a:t>
            </a:r>
          </a:p>
          <a:p>
            <a:pPr marL="0" indent="0">
              <a:lnSpc>
                <a:spcPct val="100000"/>
              </a:lnSpc>
              <a:spcBef>
                <a:spcPts val="0"/>
              </a:spcBef>
              <a:buNone/>
            </a:pPr>
            <a:endParaRPr lang="en-IN" sz="1100" dirty="0"/>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long gateNo = (long) 7;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int roundedFare = (int) fare;        </a:t>
            </a:r>
          </a:p>
          <a:p>
            <a:pPr marL="0" indent="0">
              <a:lnSpc>
                <a:spcPct val="100000"/>
              </a:lnSpc>
              <a:spcBef>
                <a:spcPts val="0"/>
              </a:spcBef>
              <a:buNone/>
            </a:pPr>
            <a:endParaRPr lang="en-IN" sz="1100" dirty="0"/>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System.out.println(AIRPORT_CODE + " " + flightNo</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 " Fare:" + roundedFare + " Delay:" + delay);</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100" dirty="0">
                <a:latin typeface="Courier New" panose="02070309020205020404" pitchFamily="49" charset="0"/>
                <a:cs typeface="Courier New" panose="02070309020205020404" pitchFamily="49" charset="0"/>
              </a:rPr>
              <a:t>}</a:t>
            </a:r>
          </a:p>
        </p:txBody>
      </p:sp>
      <p:sp>
        <p:nvSpPr>
          <p:cNvPr id="4" name="Date Placeholder 3">
            <a:extLst>
              <a:ext uri="{FF2B5EF4-FFF2-40B4-BE49-F238E27FC236}">
                <a16:creationId xmlns:a16="http://schemas.microsoft.com/office/drawing/2014/main" id="{DC07C684-562B-9D58-E086-68CEC325CB0E}"/>
              </a:ext>
            </a:extLst>
          </p:cNvPr>
          <p:cNvSpPr>
            <a:spLocks noGrp="1"/>
          </p:cNvSpPr>
          <p:nvPr>
            <p:ph type="dt" sz="half" idx="10"/>
          </p:nvPr>
        </p:nvSpPr>
        <p:spPr/>
        <p:txBody>
          <a:bodyPr/>
          <a:lstStyle/>
          <a:p>
            <a:fld id="{98A7212C-F907-4AC4-966E-162B34E8EFA5}" type="datetime1">
              <a:rPr lang="en-IN" smtClean="0"/>
              <a:t>21-09-2026</a:t>
            </a:fld>
            <a:endParaRPr lang="en-IN"/>
          </a:p>
        </p:txBody>
      </p:sp>
      <p:sp>
        <p:nvSpPr>
          <p:cNvPr id="5" name="Slide Number Placeholder 4">
            <a:extLst>
              <a:ext uri="{FF2B5EF4-FFF2-40B4-BE49-F238E27FC236}">
                <a16:creationId xmlns:a16="http://schemas.microsoft.com/office/drawing/2014/main" id="{24433CBD-9819-BA1C-8720-D89215B1A639}"/>
              </a:ext>
            </a:extLst>
          </p:cNvPr>
          <p:cNvSpPr>
            <a:spLocks noGrp="1"/>
          </p:cNvSpPr>
          <p:nvPr>
            <p:ph type="sldNum" sz="quarter" idx="12"/>
          </p:nvPr>
        </p:nvSpPr>
        <p:spPr/>
        <p:txBody>
          <a:bodyPr/>
          <a:lstStyle/>
          <a:p>
            <a:fld id="{CB012AB6-14AF-4351-87AD-D420B05274E1}" type="slidenum">
              <a:rPr lang="en-IN" smtClean="0"/>
              <a:t>4</a:t>
            </a:fld>
            <a:endParaRPr lang="en-IN"/>
          </a:p>
        </p:txBody>
      </p:sp>
    </p:spTree>
    <p:extLst>
      <p:ext uri="{BB962C8B-B14F-4D97-AF65-F5344CB8AC3E}">
        <p14:creationId xmlns:p14="http://schemas.microsoft.com/office/powerpoint/2010/main" val="41042427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4FDF4-A21D-11D6-CA7A-382058E2F499}"/>
              </a:ext>
            </a:extLst>
          </p:cNvPr>
          <p:cNvSpPr>
            <a:spLocks noGrp="1"/>
          </p:cNvSpPr>
          <p:nvPr>
            <p:ph type="title"/>
          </p:nvPr>
        </p:nvSpPr>
        <p:spPr/>
        <p:txBody>
          <a:bodyPr/>
          <a:lstStyle/>
          <a:p>
            <a:r>
              <a:rPr lang="en-IN" dirty="0"/>
              <a:t>CO2 Topics: Conditional Statements</a:t>
            </a:r>
          </a:p>
        </p:txBody>
      </p:sp>
      <p:sp>
        <p:nvSpPr>
          <p:cNvPr id="3" name="Content Placeholder 2">
            <a:extLst>
              <a:ext uri="{FF2B5EF4-FFF2-40B4-BE49-F238E27FC236}">
                <a16:creationId xmlns:a16="http://schemas.microsoft.com/office/drawing/2014/main" id="{78027864-8698-BA0E-D44D-3E693AAB48AD}"/>
              </a:ext>
            </a:extLst>
          </p:cNvPr>
          <p:cNvSpPr>
            <a:spLocks noGrp="1"/>
          </p:cNvSpPr>
          <p:nvPr>
            <p:ph idx="1"/>
          </p:nvPr>
        </p:nvSpPr>
        <p:spPr>
          <a:xfrm>
            <a:off x="838200" y="1825625"/>
            <a:ext cx="10515600" cy="4351338"/>
          </a:xfrm>
          <a:prstGeom prst="roundRect">
            <a:avLst>
              <a:gd name="adj" fmla="val 3000"/>
            </a:avLst>
          </a:prstGeom>
          <a:solidFill>
            <a:srgbClr val="F3F6FB"/>
          </a:solidFill>
          <a:ln w="9525">
            <a:solidFill>
              <a:srgbClr val="C9D6E8"/>
            </a:solidFill>
          </a:ln>
        </p:spPr>
        <p:txBody>
          <a:bodyPr wrap="none" lIns="182880" tIns="91440" rIns="182880" bIns="91440" anchor="t">
            <a:noAutofit/>
          </a:bodyPr>
          <a:lstStyle/>
          <a:p>
            <a:pPr marL="0" indent="0">
              <a:lnSpc>
                <a:spcPct val="100000"/>
              </a:lnSpc>
              <a:spcBef>
                <a:spcPts val="0"/>
              </a:spcBef>
              <a:spcAft>
                <a:spcPts val="300"/>
              </a:spcAft>
              <a:buNone/>
            </a:pPr>
            <a:r>
              <a:rPr lang="en-US" sz="1300" b="1" dirty="0">
                <a:solidFill>
                  <a:srgbClr val="1E2761"/>
                </a:solidFill>
              </a:rPr>
              <a:t>Topics: if / else-if ladder, switch-case-default-break</a:t>
            </a:r>
          </a:p>
          <a:p>
            <a:pPr marL="0" indent="0">
              <a:lnSpc>
                <a:spcPct val="100000"/>
              </a:lnSpc>
              <a:spcBef>
                <a:spcPts val="0"/>
              </a:spcBef>
              <a:spcAft>
                <a:spcPts val="300"/>
              </a:spcAft>
              <a:buNone/>
            </a:pPr>
            <a:r>
              <a:rPr lang="en-US" sz="1300" dirty="0">
                <a:solidFill>
                  <a:srgbClr val="1E2761"/>
                </a:solidFill>
                <a:latin typeface="Courier New" panose="02070309020205020404" pitchFamily="49" charset="0"/>
                <a:cs typeface="Courier New" panose="02070309020205020404" pitchFamily="49" charset="0"/>
              </a:rPr>
              <a:t>Import </a:t>
            </a:r>
            <a:r>
              <a:rPr lang="en-US" sz="1300" dirty="0" err="1">
                <a:solidFill>
                  <a:srgbClr val="1E2761"/>
                </a:solidFill>
                <a:latin typeface="Courier New" panose="02070309020205020404" pitchFamily="49" charset="0"/>
                <a:cs typeface="Courier New" panose="02070309020205020404" pitchFamily="49" charset="0"/>
              </a:rPr>
              <a:t>java.util.Scanner</a:t>
            </a:r>
            <a:r>
              <a:rPr lang="en-US" sz="1300" dirty="0">
                <a:solidFill>
                  <a:srgbClr val="1E2761"/>
                </a:solidFill>
                <a:latin typeface="Courier New" panose="02070309020205020404" pitchFamily="49" charset="0"/>
                <a:cs typeface="Courier New" panose="02070309020205020404" pitchFamily="49" charset="0"/>
              </a:rPr>
              <a:t>;</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public class GateStatus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public static void main(String[] args)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Scanner </a:t>
            </a:r>
            <a:r>
              <a:rPr lang="en-US" sz="1050" dirty="0" err="1">
                <a:latin typeface="Courier New" panose="02070309020205020404" pitchFamily="49" charset="0"/>
                <a:cs typeface="Courier New" panose="02070309020205020404" pitchFamily="49" charset="0"/>
              </a:rPr>
              <a:t>sc</a:t>
            </a:r>
            <a:r>
              <a:rPr lang="en-US" sz="1050" dirty="0">
                <a:latin typeface="Courier New" panose="02070309020205020404" pitchFamily="49" charset="0"/>
                <a:cs typeface="Courier New" panose="02070309020205020404" pitchFamily="49" charset="0"/>
              </a:rPr>
              <a:t>=new Scanner(System.in);</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r>
              <a:rPr lang="en-US" sz="1050" dirty="0" err="1">
                <a:latin typeface="Courier New" panose="02070309020205020404" pitchFamily="49" charset="0"/>
                <a:cs typeface="Courier New" panose="02070309020205020404" pitchFamily="49" charset="0"/>
              </a:rPr>
              <a:t>System.out.prinltn</a:t>
            </a:r>
            <a:r>
              <a:rPr lang="en-US" sz="1050" dirty="0">
                <a:latin typeface="Courier New" panose="02070309020205020404" pitchFamily="49" charset="0"/>
                <a:cs typeface="Courier New" panose="02070309020205020404" pitchFamily="49" charset="0"/>
              </a:rPr>
              <a:t>(“how much time is the flight </a:t>
            </a:r>
            <a:r>
              <a:rPr lang="en-US" sz="1050" dirty="0" err="1">
                <a:latin typeface="Courier New" panose="02070309020205020404" pitchFamily="49" charset="0"/>
                <a:cs typeface="Courier New" panose="02070309020205020404" pitchFamily="49" charset="0"/>
              </a:rPr>
              <a:t>gonna</a:t>
            </a:r>
            <a:r>
              <a:rPr lang="en-US" sz="1050" dirty="0">
                <a:latin typeface="Courier New" panose="02070309020205020404" pitchFamily="49" charset="0"/>
                <a:cs typeface="Courier New" panose="02070309020205020404" pitchFamily="49" charset="0"/>
              </a:rPr>
              <a:t> delay:”);</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int delay=</a:t>
            </a:r>
            <a:r>
              <a:rPr lang="en-US" sz="1050" dirty="0" err="1">
                <a:latin typeface="Courier New" panose="02070309020205020404" pitchFamily="49" charset="0"/>
                <a:cs typeface="Courier New" panose="02070309020205020404" pitchFamily="49" charset="0"/>
              </a:rPr>
              <a:t>sc.nextInt</a:t>
            </a:r>
            <a:r>
              <a:rPr lang="en-US" sz="1050" dirty="0">
                <a:latin typeface="Courier New" panose="02070309020205020404" pitchFamily="49" charset="0"/>
                <a:cs typeface="Courier New" panose="02070309020205020404" pitchFamily="49" charset="0"/>
              </a:rPr>
              <a:t>();</a:t>
            </a:r>
          </a:p>
          <a:p>
            <a:pPr marL="0" indent="0">
              <a:lnSpc>
                <a:spcPct val="100000"/>
              </a:lnSpc>
              <a:spcBef>
                <a:spcPts val="0"/>
              </a:spcBef>
              <a:buNone/>
            </a:pPr>
            <a:endParaRPr lang="en-IN" sz="1050" dirty="0"/>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if (delay=0)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System.out.println("Boarding as scheduled");</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 else if ( delay &gt; 20)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System.out.println("Minor delay, proceed to gate");</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 else if (delay &gt; 30)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System.out.println("Major delay, recheck board");</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 else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System.out.println("Flight cancelled");</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p>
          <a:p>
            <a:pPr marL="0" indent="0">
              <a:lnSpc>
                <a:spcPct val="100000"/>
              </a:lnSpc>
              <a:spcBef>
                <a:spcPts val="0"/>
              </a:spcBef>
              <a:buNone/>
            </a:pPr>
            <a:endParaRPr lang="en-IN" sz="1050" dirty="0"/>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r>
              <a:rPr lang="en-US" sz="1050" dirty="0" err="1">
                <a:latin typeface="Courier New" panose="02070309020205020404" pitchFamily="49" charset="0"/>
                <a:cs typeface="Courier New" panose="02070309020205020404" pitchFamily="49" charset="0"/>
              </a:rPr>
              <a:t>System.out.println</a:t>
            </a:r>
            <a:r>
              <a:rPr lang="en-US" sz="1050" dirty="0">
                <a:latin typeface="Courier New" panose="02070309020205020404" pitchFamily="49" charset="0"/>
                <a:cs typeface="Courier New" panose="02070309020205020404" pitchFamily="49" charset="0"/>
              </a:rPr>
              <a:t>(“enter flight status(O=on time , D=Delayed)”);</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char code = </a:t>
            </a:r>
            <a:r>
              <a:rPr lang="en-US" sz="1050" dirty="0" err="1">
                <a:latin typeface="Courier New" panose="02070309020205020404" pitchFamily="49" charset="0"/>
                <a:cs typeface="Courier New" panose="02070309020205020404" pitchFamily="49" charset="0"/>
              </a:rPr>
              <a:t>sc.charAt</a:t>
            </a:r>
            <a:r>
              <a:rPr lang="en-US" sz="1050" dirty="0">
                <a:latin typeface="Courier New" panose="02070309020205020404" pitchFamily="49" charset="0"/>
                <a:cs typeface="Courier New" panose="02070309020205020404" pitchFamily="49" charset="0"/>
              </a:rPr>
              <a:t>(0);</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switch (code)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case 'O': System.out.println("On Time"); break;</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case 'D': System.out.println("Delayed " + delay + "m"); break;</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default:  System.out.println("Status unknown");</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50" dirty="0">
                <a:latin typeface="Courier New" panose="02070309020205020404" pitchFamily="49" charset="0"/>
                <a:cs typeface="Courier New" panose="02070309020205020404" pitchFamily="49" charset="0"/>
              </a:rPr>
              <a:t>}</a:t>
            </a:r>
          </a:p>
        </p:txBody>
      </p:sp>
      <p:sp>
        <p:nvSpPr>
          <p:cNvPr id="4" name="Date Placeholder 3">
            <a:extLst>
              <a:ext uri="{FF2B5EF4-FFF2-40B4-BE49-F238E27FC236}">
                <a16:creationId xmlns:a16="http://schemas.microsoft.com/office/drawing/2014/main" id="{08D11724-4931-2511-D4E0-AFF95EF4DE35}"/>
              </a:ext>
            </a:extLst>
          </p:cNvPr>
          <p:cNvSpPr>
            <a:spLocks noGrp="1"/>
          </p:cNvSpPr>
          <p:nvPr>
            <p:ph type="dt" sz="half" idx="10"/>
          </p:nvPr>
        </p:nvSpPr>
        <p:spPr/>
        <p:txBody>
          <a:bodyPr/>
          <a:lstStyle/>
          <a:p>
            <a:fld id="{64EA43E7-AB4E-4C38-9410-6577E2291C02}" type="datetime1">
              <a:rPr lang="en-IN" smtClean="0"/>
              <a:t>21-09-2026</a:t>
            </a:fld>
            <a:endParaRPr lang="en-IN"/>
          </a:p>
        </p:txBody>
      </p:sp>
      <p:sp>
        <p:nvSpPr>
          <p:cNvPr id="5" name="Slide Number Placeholder 4">
            <a:extLst>
              <a:ext uri="{FF2B5EF4-FFF2-40B4-BE49-F238E27FC236}">
                <a16:creationId xmlns:a16="http://schemas.microsoft.com/office/drawing/2014/main" id="{552284BF-AE73-C39E-0CCD-CD938FF84864}"/>
              </a:ext>
            </a:extLst>
          </p:cNvPr>
          <p:cNvSpPr>
            <a:spLocks noGrp="1"/>
          </p:cNvSpPr>
          <p:nvPr>
            <p:ph type="sldNum" sz="quarter" idx="12"/>
          </p:nvPr>
        </p:nvSpPr>
        <p:spPr/>
        <p:txBody>
          <a:bodyPr/>
          <a:lstStyle/>
          <a:p>
            <a:fld id="{CB012AB6-14AF-4351-87AD-D420B05274E1}" type="slidenum">
              <a:rPr lang="en-IN" smtClean="0"/>
              <a:t>5</a:t>
            </a:fld>
            <a:endParaRPr lang="en-IN"/>
          </a:p>
        </p:txBody>
      </p:sp>
    </p:spTree>
    <p:extLst>
      <p:ext uri="{BB962C8B-B14F-4D97-AF65-F5344CB8AC3E}">
        <p14:creationId xmlns:p14="http://schemas.microsoft.com/office/powerpoint/2010/main" val="41781117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4FDF4-A21D-11D6-CA7A-382058E2F499}"/>
              </a:ext>
            </a:extLst>
          </p:cNvPr>
          <p:cNvSpPr>
            <a:spLocks noGrp="1"/>
          </p:cNvSpPr>
          <p:nvPr>
            <p:ph type="title"/>
          </p:nvPr>
        </p:nvSpPr>
        <p:spPr/>
        <p:txBody>
          <a:bodyPr/>
          <a:lstStyle/>
          <a:p>
            <a:r>
              <a:rPr lang="en-IN" dirty="0"/>
              <a:t>CO2 Topics : Loops</a:t>
            </a:r>
          </a:p>
        </p:txBody>
      </p:sp>
      <p:sp>
        <p:nvSpPr>
          <p:cNvPr id="3" name="Content Placeholder 2">
            <a:extLst>
              <a:ext uri="{FF2B5EF4-FFF2-40B4-BE49-F238E27FC236}">
                <a16:creationId xmlns:a16="http://schemas.microsoft.com/office/drawing/2014/main" id="{78027864-8698-BA0E-D44D-3E693AAB48AD}"/>
              </a:ext>
            </a:extLst>
          </p:cNvPr>
          <p:cNvSpPr>
            <a:spLocks noGrp="1"/>
          </p:cNvSpPr>
          <p:nvPr>
            <p:ph idx="1"/>
          </p:nvPr>
        </p:nvSpPr>
        <p:spPr>
          <a:xfrm>
            <a:off x="838200" y="1825625"/>
            <a:ext cx="10515600" cy="4351338"/>
          </a:xfrm>
          <a:prstGeom prst="roundRect">
            <a:avLst>
              <a:gd name="adj" fmla="val 3000"/>
            </a:avLst>
          </a:prstGeom>
          <a:solidFill>
            <a:srgbClr val="F3F6FB"/>
          </a:solidFill>
          <a:ln w="9525">
            <a:solidFill>
              <a:srgbClr val="C9D6E8"/>
            </a:solidFill>
          </a:ln>
        </p:spPr>
        <p:txBody>
          <a:bodyPr wrap="none" lIns="182880" tIns="91440" rIns="182880" bIns="91440" anchor="t">
            <a:noAutofit/>
          </a:bodyPr>
          <a:lstStyle/>
          <a:p>
            <a:pPr marL="0" indent="0">
              <a:lnSpc>
                <a:spcPct val="100000"/>
              </a:lnSpc>
              <a:spcBef>
                <a:spcPts val="0"/>
              </a:spcBef>
              <a:spcAft>
                <a:spcPts val="300"/>
              </a:spcAft>
              <a:buNone/>
            </a:pPr>
            <a:r>
              <a:rPr lang="en-US" sz="1300" b="1" dirty="0">
                <a:solidFill>
                  <a:srgbClr val="1E2761"/>
                </a:solidFill>
              </a:rPr>
              <a:t>Topics: loops, nested loops, compound statements</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import java.util.Scanner;</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public class GateLoopDemo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public static void main(String[] args)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gStart = {900, 930, 1000};</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gEnd   = {945, 1010, 1030};</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n = gStart.length;</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Scanner sc = new Scanner(System.in);</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System.out.print("Enter minimum gap (minutes):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gap = sc.nextInt();</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for (int i = 0; i &lt; n; i++)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for (int j = i + 1; j &lt; n; j++)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if (gStart[j] - gEnd[i] &lt; gap)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System.out.println("Conflict: F" + i + " &amp; F" + j);</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int count = 0;</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while (count &lt; n)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System.out.println("Flight " + count + " verified");</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count++;</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sc.close();</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a:t>
            </a:r>
          </a:p>
        </p:txBody>
      </p:sp>
      <p:sp>
        <p:nvSpPr>
          <p:cNvPr id="4" name="Date Placeholder 3">
            <a:extLst>
              <a:ext uri="{FF2B5EF4-FFF2-40B4-BE49-F238E27FC236}">
                <a16:creationId xmlns:a16="http://schemas.microsoft.com/office/drawing/2014/main" id="{08D11724-4931-2511-D4E0-AFF95EF4DE35}"/>
              </a:ext>
            </a:extLst>
          </p:cNvPr>
          <p:cNvSpPr>
            <a:spLocks noGrp="1"/>
          </p:cNvSpPr>
          <p:nvPr>
            <p:ph type="dt" sz="half" idx="10"/>
          </p:nvPr>
        </p:nvSpPr>
        <p:spPr/>
        <p:txBody>
          <a:bodyPr/>
          <a:lstStyle/>
          <a:p>
            <a:fld id="{64EA43E7-AB4E-4C38-9410-6577E2291C02}" type="datetime1">
              <a:rPr lang="en-IN" smtClean="0"/>
              <a:t>21-09-2026</a:t>
            </a:fld>
            <a:endParaRPr lang="en-IN"/>
          </a:p>
        </p:txBody>
      </p:sp>
      <p:sp>
        <p:nvSpPr>
          <p:cNvPr id="5" name="Slide Number Placeholder 4">
            <a:extLst>
              <a:ext uri="{FF2B5EF4-FFF2-40B4-BE49-F238E27FC236}">
                <a16:creationId xmlns:a16="http://schemas.microsoft.com/office/drawing/2014/main" id="{552284BF-AE73-C39E-0CCD-CD938FF84864}"/>
              </a:ext>
            </a:extLst>
          </p:cNvPr>
          <p:cNvSpPr>
            <a:spLocks noGrp="1"/>
          </p:cNvSpPr>
          <p:nvPr>
            <p:ph type="sldNum" sz="quarter" idx="12"/>
          </p:nvPr>
        </p:nvSpPr>
        <p:spPr/>
        <p:txBody>
          <a:bodyPr/>
          <a:lstStyle/>
          <a:p>
            <a:fld id="{CB012AB6-14AF-4351-87AD-D420B05274E1}" type="slidenum">
              <a:rPr lang="en-IN" smtClean="0"/>
              <a:t>6</a:t>
            </a:fld>
            <a:endParaRPr lang="en-IN"/>
          </a:p>
        </p:txBody>
      </p:sp>
    </p:spTree>
    <p:extLst>
      <p:ext uri="{BB962C8B-B14F-4D97-AF65-F5344CB8AC3E}">
        <p14:creationId xmlns:p14="http://schemas.microsoft.com/office/powerpoint/2010/main" val="41781117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BDDFB-DFEC-7A21-D889-17965A225820}"/>
              </a:ext>
            </a:extLst>
          </p:cNvPr>
          <p:cNvSpPr>
            <a:spLocks noGrp="1"/>
          </p:cNvSpPr>
          <p:nvPr>
            <p:ph type="title"/>
          </p:nvPr>
        </p:nvSpPr>
        <p:spPr/>
        <p:txBody>
          <a:bodyPr/>
          <a:lstStyle/>
          <a:p>
            <a:r>
              <a:rPr lang="en-IN" dirty="0"/>
              <a:t>Module 3: Methods</a:t>
            </a:r>
          </a:p>
        </p:txBody>
      </p:sp>
      <p:sp>
        <p:nvSpPr>
          <p:cNvPr id="3" name="Content Placeholder 2">
            <a:extLst>
              <a:ext uri="{FF2B5EF4-FFF2-40B4-BE49-F238E27FC236}">
                <a16:creationId xmlns:a16="http://schemas.microsoft.com/office/drawing/2014/main" id="{AE8ACD64-BF58-761A-504E-C381351EE857}"/>
              </a:ext>
            </a:extLst>
          </p:cNvPr>
          <p:cNvSpPr>
            <a:spLocks noGrp="1"/>
          </p:cNvSpPr>
          <p:nvPr>
            <p:ph idx="1"/>
          </p:nvPr>
        </p:nvSpPr>
        <p:spPr>
          <a:xfrm>
            <a:off x="838200" y="1825625"/>
            <a:ext cx="10515600" cy="4351338"/>
          </a:xfrm>
          <a:prstGeom prst="roundRect">
            <a:avLst>
              <a:gd name="adj" fmla="val 3000"/>
            </a:avLst>
          </a:prstGeom>
          <a:solidFill>
            <a:srgbClr val="F3F6FB"/>
          </a:solidFill>
          <a:ln w="9525">
            <a:solidFill>
              <a:srgbClr val="C9D6E8"/>
            </a:solidFill>
          </a:ln>
        </p:spPr>
        <p:txBody>
          <a:bodyPr wrap="none" lIns="182880" tIns="91440" rIns="182880" bIns="91440" anchor="t">
            <a:noAutofit/>
          </a:bodyPr>
          <a:lstStyle/>
          <a:p>
            <a:pPr marL="0" indent="0">
              <a:lnSpc>
                <a:spcPct val="100000"/>
              </a:lnSpc>
              <a:spcBef>
                <a:spcPts val="0"/>
              </a:spcBef>
              <a:spcAft>
                <a:spcPts val="300"/>
              </a:spcAft>
              <a:buNone/>
            </a:pPr>
            <a:r>
              <a:rPr lang="en-US" sz="1300" b="1" dirty="0">
                <a:solidFill>
                  <a:srgbClr val="1E2761"/>
                </a:solidFill>
              </a:rPr>
              <a:t>Topics: parameter passing, return values, method overloading</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import java.util.Scanner;</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public class FlightOps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static int calcDelay(int sched, int actual) {  // params + return</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return actual - sched;</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static void printFlight(String no) {            // overload 1</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System.out.println("Flight: " + no);</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static void printFlight(String no, String gate) { // overload 2</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System.out.println("Flight: " + no + " Gate: " + gate);</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public static void main(String[] args)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Scanner sc = new Scanner(System.in);</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System.out.print("Enter flight number: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String flightNo = sc.next();</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System.out.print("Enter scheduled time: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sched = sc.nextInt();</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System.out.print("Enter actual time: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actual = sc.nextInt();</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int delay = calcDelay(sched, actual);</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System.out.println("Delay: " + delay + " min");</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printFlight(flightNo);</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printFlight(flightNo, "G4");</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sc.close();</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1000" dirty="0">
                <a:latin typeface="Courier New" panose="02070309020205020404" pitchFamily="49" charset="0"/>
                <a:cs typeface="Courier New" panose="02070309020205020404" pitchFamily="49" charset="0"/>
              </a:rPr>
              <a:t>}</a:t>
            </a:r>
          </a:p>
        </p:txBody>
      </p:sp>
      <p:sp>
        <p:nvSpPr>
          <p:cNvPr id="4" name="Date Placeholder 3">
            <a:extLst>
              <a:ext uri="{FF2B5EF4-FFF2-40B4-BE49-F238E27FC236}">
                <a16:creationId xmlns:a16="http://schemas.microsoft.com/office/drawing/2014/main" id="{8E0078FF-2013-E475-6F3D-0A16F8585865}"/>
              </a:ext>
            </a:extLst>
          </p:cNvPr>
          <p:cNvSpPr>
            <a:spLocks noGrp="1"/>
          </p:cNvSpPr>
          <p:nvPr>
            <p:ph type="dt" sz="half" idx="10"/>
          </p:nvPr>
        </p:nvSpPr>
        <p:spPr/>
        <p:txBody>
          <a:bodyPr/>
          <a:lstStyle/>
          <a:p>
            <a:fld id="{FADF71FF-0CE0-4D83-9933-F69CED863D80}" type="datetime1">
              <a:rPr lang="en-IN" smtClean="0"/>
              <a:t>21-09-2026</a:t>
            </a:fld>
            <a:endParaRPr lang="en-IN"/>
          </a:p>
        </p:txBody>
      </p:sp>
      <p:sp>
        <p:nvSpPr>
          <p:cNvPr id="5" name="Slide Number Placeholder 4">
            <a:extLst>
              <a:ext uri="{FF2B5EF4-FFF2-40B4-BE49-F238E27FC236}">
                <a16:creationId xmlns:a16="http://schemas.microsoft.com/office/drawing/2014/main" id="{95DE39BA-552D-5E87-9C16-8B5724296666}"/>
              </a:ext>
            </a:extLst>
          </p:cNvPr>
          <p:cNvSpPr>
            <a:spLocks noGrp="1"/>
          </p:cNvSpPr>
          <p:nvPr>
            <p:ph type="sldNum" sz="quarter" idx="12"/>
          </p:nvPr>
        </p:nvSpPr>
        <p:spPr/>
        <p:txBody>
          <a:bodyPr/>
          <a:lstStyle/>
          <a:p>
            <a:fld id="{CB012AB6-14AF-4351-87AD-D420B05274E1}" type="slidenum">
              <a:rPr lang="en-IN" smtClean="0"/>
              <a:t>7</a:t>
            </a:fld>
            <a:endParaRPr lang="en-IN"/>
          </a:p>
        </p:txBody>
      </p:sp>
    </p:spTree>
    <p:extLst>
      <p:ext uri="{BB962C8B-B14F-4D97-AF65-F5344CB8AC3E}">
        <p14:creationId xmlns:p14="http://schemas.microsoft.com/office/powerpoint/2010/main" val="1869875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BDDFB-DFEC-7A21-D889-17965A225820}"/>
              </a:ext>
            </a:extLst>
          </p:cNvPr>
          <p:cNvSpPr>
            <a:spLocks noGrp="1"/>
          </p:cNvSpPr>
          <p:nvPr>
            <p:ph type="title"/>
          </p:nvPr>
        </p:nvSpPr>
        <p:spPr/>
        <p:txBody>
          <a:bodyPr/>
          <a:lstStyle/>
          <a:p>
            <a:r>
              <a:rPr lang="en-IN" dirty="0"/>
              <a:t>Module 3 (contd.): Arrays</a:t>
            </a:r>
          </a:p>
        </p:txBody>
      </p:sp>
      <p:sp>
        <p:nvSpPr>
          <p:cNvPr id="3" name="Content Placeholder 2">
            <a:extLst>
              <a:ext uri="{FF2B5EF4-FFF2-40B4-BE49-F238E27FC236}">
                <a16:creationId xmlns:a16="http://schemas.microsoft.com/office/drawing/2014/main" id="{AE8ACD64-BF58-761A-504E-C381351EE857}"/>
              </a:ext>
            </a:extLst>
          </p:cNvPr>
          <p:cNvSpPr>
            <a:spLocks noGrp="1"/>
          </p:cNvSpPr>
          <p:nvPr>
            <p:ph idx="1"/>
          </p:nvPr>
        </p:nvSpPr>
        <p:spPr>
          <a:xfrm>
            <a:off x="838200" y="1825625"/>
            <a:ext cx="10515600" cy="4351338"/>
          </a:xfrm>
          <a:prstGeom prst="roundRect">
            <a:avLst>
              <a:gd name="adj" fmla="val 3000"/>
            </a:avLst>
          </a:prstGeom>
          <a:solidFill>
            <a:srgbClr val="F3F6FB"/>
          </a:solidFill>
          <a:ln w="9525">
            <a:solidFill>
              <a:srgbClr val="C9D6E8"/>
            </a:solidFill>
          </a:ln>
        </p:spPr>
        <p:txBody>
          <a:bodyPr wrap="none" lIns="182880" tIns="91440" rIns="182880" bIns="91440" anchor="t">
            <a:noAutofit/>
          </a:bodyPr>
          <a:lstStyle/>
          <a:p>
            <a:pPr marL="0" indent="0">
              <a:lnSpc>
                <a:spcPct val="100000"/>
              </a:lnSpc>
              <a:spcBef>
                <a:spcPts val="0"/>
              </a:spcBef>
              <a:spcAft>
                <a:spcPts val="300"/>
              </a:spcAft>
              <a:buNone/>
            </a:pPr>
            <a:r>
              <a:rPr lang="en-US" sz="1300" b="1" dirty="0">
                <a:solidFill>
                  <a:srgbClr val="1E2761"/>
                </a:solidFill>
              </a:rPr>
              <a:t>Topics: 1D array, 2D array, searching, summation, average, counting</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import java.util.Scanner;</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public class FlightArrayOps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public static void main(String[] args)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Scanner sc = new Scanner(System.in);</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System.out.print("Enter number of flights: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int n = sc.nextInt();</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double[] fares = new double[n];          // 1D array</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for (int i = 0; i &lt; n; i++)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System.out.print("Fare " + i + ":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fares[i] = sc.nextDouble();</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int[][] schedule = {{900,945},{930,1010}}; // 2D array</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double total = 0;</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for (double f : fares) total += f;        // summation</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double avg = total / n;                    // average</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int longSlots = 0;                          // counting</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for (int[] slot : schedule)</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if (slot[1] - slot[0] &gt; 40) longSlots++;</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System.out.print("Enter fare to search: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double target = sc.nextDouble();</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int index = -1;</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for (int i = 0; i &lt; n; i++)                  // linear search</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if (fares[i] == target) { index = i; break;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System.out.println("Total:" + total + " Avg:" + avg);</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System.out.println("LongSlots:" + longSlots + " Index:" + index);</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sc.close();</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    }</a:t>
            </a:r>
          </a:p>
          <a:p>
            <a:pPr marL="0" indent="0">
              <a:lnSpc>
                <a:spcPct val="100000"/>
              </a:lnSpc>
              <a:spcBef>
                <a:spcPts val="0"/>
              </a:spcBef>
              <a:buNone/>
            </a:pPr>
            <a:r>
              <a:rPr lang="en-US" sz="950" dirty="0">
                <a:latin typeface="Courier New" panose="02070309020205020404" pitchFamily="49" charset="0"/>
                <a:cs typeface="Courier New" panose="02070309020205020404" pitchFamily="49" charset="0"/>
              </a:rPr>
              <a:t>}</a:t>
            </a:r>
          </a:p>
        </p:txBody>
      </p:sp>
      <p:sp>
        <p:nvSpPr>
          <p:cNvPr id="4" name="Date Placeholder 3">
            <a:extLst>
              <a:ext uri="{FF2B5EF4-FFF2-40B4-BE49-F238E27FC236}">
                <a16:creationId xmlns:a16="http://schemas.microsoft.com/office/drawing/2014/main" id="{8E0078FF-2013-E475-6F3D-0A16F8585865}"/>
              </a:ext>
            </a:extLst>
          </p:cNvPr>
          <p:cNvSpPr>
            <a:spLocks noGrp="1"/>
          </p:cNvSpPr>
          <p:nvPr>
            <p:ph type="dt" sz="half" idx="10"/>
          </p:nvPr>
        </p:nvSpPr>
        <p:spPr/>
        <p:txBody>
          <a:bodyPr/>
          <a:lstStyle/>
          <a:p>
            <a:fld id="{FADF71FF-0CE0-4D83-9933-F69CED863D80}" type="datetime1">
              <a:rPr lang="en-IN" smtClean="0"/>
              <a:t>21-09-2026</a:t>
            </a:fld>
            <a:endParaRPr lang="en-IN"/>
          </a:p>
        </p:txBody>
      </p:sp>
      <p:sp>
        <p:nvSpPr>
          <p:cNvPr id="5" name="Slide Number Placeholder 4">
            <a:extLst>
              <a:ext uri="{FF2B5EF4-FFF2-40B4-BE49-F238E27FC236}">
                <a16:creationId xmlns:a16="http://schemas.microsoft.com/office/drawing/2014/main" id="{95DE39BA-552D-5E87-9C16-8B5724296666}"/>
              </a:ext>
            </a:extLst>
          </p:cNvPr>
          <p:cNvSpPr>
            <a:spLocks noGrp="1"/>
          </p:cNvSpPr>
          <p:nvPr>
            <p:ph type="sldNum" sz="quarter" idx="12"/>
          </p:nvPr>
        </p:nvSpPr>
        <p:spPr/>
        <p:txBody>
          <a:bodyPr/>
          <a:lstStyle/>
          <a:p>
            <a:fld id="{CB012AB6-14AF-4351-87AD-D420B05274E1}" type="slidenum">
              <a:rPr lang="en-IN" smtClean="0"/>
              <a:t>8</a:t>
            </a:fld>
            <a:endParaRPr lang="en-IN"/>
          </a:p>
        </p:txBody>
      </p:sp>
    </p:spTree>
    <p:extLst>
      <p:ext uri="{BB962C8B-B14F-4D97-AF65-F5344CB8AC3E}">
        <p14:creationId xmlns:p14="http://schemas.microsoft.com/office/powerpoint/2010/main" val="1869875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CEF2EB-DC8E-A39F-8C45-4CB81854799A}"/>
              </a:ext>
            </a:extLst>
          </p:cNvPr>
          <p:cNvSpPr>
            <a:spLocks noGrp="1"/>
          </p:cNvSpPr>
          <p:nvPr>
            <p:ph type="title"/>
          </p:nvPr>
        </p:nvSpPr>
        <p:spPr/>
        <p:txBody>
          <a:bodyPr/>
          <a:lstStyle/>
          <a:p>
            <a:r>
              <a:rPr lang="en-IN" dirty="0"/>
              <a:t>Geo Tag Photo and git hub link</a:t>
            </a:r>
          </a:p>
        </p:txBody>
      </p:sp>
      <p:sp>
        <p:nvSpPr>
          <p:cNvPr id="3" name="Content Placeholder 2">
            <a:extLst>
              <a:ext uri="{FF2B5EF4-FFF2-40B4-BE49-F238E27FC236}">
                <a16:creationId xmlns:a16="http://schemas.microsoft.com/office/drawing/2014/main" id="{764E026B-5FC7-651F-1236-75071A9D26C5}"/>
              </a:ext>
            </a:extLst>
          </p:cNvPr>
          <p:cNvSpPr>
            <a:spLocks noGrp="1"/>
          </p:cNvSpPr>
          <p:nvPr>
            <p:ph idx="1"/>
          </p:nvPr>
        </p:nvSpPr>
        <p:spPr>
          <a:xfrm>
            <a:off x="838200" y="1825625"/>
            <a:ext cx="5182000" cy="4351338"/>
          </a:xfrm>
        </p:spPr>
        <p:txBody>
          <a:bodyPr>
            <a:normAutofit/>
          </a:bodyPr>
          <a:lstStyle/>
          <a:p>
            <a:r>
              <a:rPr lang="en-US" sz="2000" dirty="0"/>
              <a:t>Geo-tagged project photo:</a:t>
            </a:r>
          </a:p>
          <a:p>
            <a:pPr lvl="1"/>
            <a:r>
              <a:rPr lang="en-US" sz="2000" dirty="0"/>
              <a:t>[Photo to be inserted here]</a:t>
            </a:r>
          </a:p>
          <a:p>
            <a:r>
              <a:rPr lang="en-US" sz="2000" dirty="0"/>
              <a:t>GitHub repositories:</a:t>
            </a:r>
          </a:p>
          <a:p>
            <a:pPr lvl="1"/>
            <a:r>
              <a:rPr lang="en-US" sz="2000" dirty="0"/>
              <a:t>Dheeraj Jasti – github.com/dheeraj008-pixel</a:t>
            </a:r>
          </a:p>
          <a:p>
            <a:pPr lvl="1"/>
            <a:r>
              <a:rPr lang="en-US" sz="2000" dirty="0"/>
              <a:t>Shashank Varma – github.com/shashankvarma0922-dotcom</a:t>
            </a:r>
          </a:p>
        </p:txBody>
      </p:sp>
      <p:sp>
        <p:nvSpPr>
          <p:cNvPr id="4" name="Date Placeholder 3">
            <a:extLst>
              <a:ext uri="{FF2B5EF4-FFF2-40B4-BE49-F238E27FC236}">
                <a16:creationId xmlns:a16="http://schemas.microsoft.com/office/drawing/2014/main" id="{48D4BAD5-7EFF-4B1E-4929-B42B4691DD0D}"/>
              </a:ext>
            </a:extLst>
          </p:cNvPr>
          <p:cNvSpPr>
            <a:spLocks noGrp="1"/>
          </p:cNvSpPr>
          <p:nvPr>
            <p:ph type="dt" sz="half" idx="10"/>
          </p:nvPr>
        </p:nvSpPr>
        <p:spPr/>
        <p:txBody>
          <a:bodyPr/>
          <a:lstStyle/>
          <a:p>
            <a:fld id="{C1514C08-598A-44BF-A4B1-00F35979A9B0}" type="datetime1">
              <a:rPr lang="en-IN" smtClean="0"/>
              <a:t>21-09-2026</a:t>
            </a:fld>
            <a:endParaRPr lang="en-IN"/>
          </a:p>
        </p:txBody>
      </p:sp>
      <p:sp>
        <p:nvSpPr>
          <p:cNvPr id="5" name="Slide Number Placeholder 4">
            <a:extLst>
              <a:ext uri="{FF2B5EF4-FFF2-40B4-BE49-F238E27FC236}">
                <a16:creationId xmlns:a16="http://schemas.microsoft.com/office/drawing/2014/main" id="{793CFBAF-EF7C-CF04-7D6A-23B99B45B2CF}"/>
              </a:ext>
            </a:extLst>
          </p:cNvPr>
          <p:cNvSpPr>
            <a:spLocks noGrp="1"/>
          </p:cNvSpPr>
          <p:nvPr>
            <p:ph type="sldNum" sz="quarter" idx="12"/>
          </p:nvPr>
        </p:nvSpPr>
        <p:spPr/>
        <p:txBody>
          <a:bodyPr/>
          <a:lstStyle/>
          <a:p>
            <a:fld id="{CB012AB6-14AF-4351-87AD-D420B05274E1}" type="slidenum">
              <a:rPr lang="en-IN" smtClean="0"/>
              <a:t>9</a:t>
            </a:fld>
            <a:endParaRPr lang="en-IN"/>
          </a:p>
        </p:txBody>
      </p:sp>
      <p:sp>
        <p:nvSpPr>
          <p:cNvPr id="20" name="Geo Tag Photo Placeholder"/>
          <p:cNvSpPr/>
          <p:nvPr/>
        </p:nvSpPr>
        <p:spPr>
          <a:xfrm>
            <a:off x="6553200" y="1825625"/>
            <a:ext cx="4800600" cy="4351338"/>
          </a:xfrm>
          <a:prstGeom prst="roundRect">
            <a:avLst>
              <a:gd name="adj" fmla="val 4000"/>
            </a:avLst>
          </a:prstGeom>
          <a:solidFill>
            <a:srgbClr val="F3F6FB"/>
          </a:solidFill>
          <a:ln w="19050" cap="flat">
            <a:solidFill>
              <a:srgbClr val="8FA6C9"/>
            </a:solidFill>
            <a:prstDash val="dash"/>
          </a:ln>
        </p:spPr>
        <p:txBody>
          <a:bodyPr wrap="square" anchor="ctr">
            <a:normAutofit/>
          </a:bodyPr>
          <a:lstStyle/>
          <a:p>
            <a:pPr algn="ctr"/>
            <a:r>
              <a:rPr lang="en-US" sz="2000" b="1" dirty="0">
                <a:solidFill>
                  <a:srgbClr val="4A5A78"/>
                </a:solidFill>
              </a:rPr>
              <a:t>Geo-Tagged Photo</a:t>
            </a:r>
          </a:p>
          <a:p>
            <a:pPr algn="ctr"/>
            <a:r>
              <a:rPr lang="en-US" sz="1600" i="1" dirty="0">
                <a:solidFill>
                  <a:srgbClr val="4A5A78"/>
                </a:solidFill>
              </a:rPr>
              <a:t>(to be inserted here)</a:t>
            </a:r>
          </a:p>
        </p:txBody>
      </p:sp>
    </p:spTree>
    <p:extLst>
      <p:ext uri="{BB962C8B-B14F-4D97-AF65-F5344CB8AC3E}">
        <p14:creationId xmlns:p14="http://schemas.microsoft.com/office/powerpoint/2010/main" val="1396777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TotalTime>
  <Words>1669</Words>
  <Application>Microsoft Office PowerPoint</Application>
  <PresentationFormat>Widescreen</PresentationFormat>
  <Paragraphs>177</Paragraphs>
  <Slides>9</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Aptos Display</vt:lpstr>
      <vt:lpstr>Arial</vt:lpstr>
      <vt:lpstr>Courier New</vt:lpstr>
      <vt:lpstr>Office Theme</vt:lpstr>
      <vt:lpstr>Airport Flight Board &amp; Scheduler</vt:lpstr>
      <vt:lpstr>Abstract</vt:lpstr>
      <vt:lpstr>Understanding Problem Statement</vt:lpstr>
      <vt:lpstr>CO1 Topics: Variables &amp; Data Types</vt:lpstr>
      <vt:lpstr>CO2 Topics: Conditional Statements</vt:lpstr>
      <vt:lpstr>CO2 Topics : Loops</vt:lpstr>
      <vt:lpstr>Module 3: Methods</vt:lpstr>
      <vt:lpstr>Module 3 (contd.): Arrays</vt:lpstr>
      <vt:lpstr>Geo Tag Photo and git hub link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TSP MADHURI</dc:creator>
  <cp:lastModifiedBy>dheeraj jasti</cp:lastModifiedBy>
  <cp:revision>6</cp:revision>
  <dcterms:created xsi:type="dcterms:W3CDTF">2026-09-15T09:57:10Z</dcterms:created>
  <dcterms:modified xsi:type="dcterms:W3CDTF">2026-09-21T15:13:11Z</dcterms:modified>
</cp:coreProperties>
</file>